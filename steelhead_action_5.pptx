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59" r:id="rId3"/>
    <p:sldId id="258" r:id="rId4"/>
    <p:sldId id="260" r:id="rId5"/>
    <p:sldId id="257" r:id="rId6"/>
    <p:sldId id="271" r:id="rId7"/>
    <p:sldId id="272" r:id="rId8"/>
    <p:sldId id="261" r:id="rId9"/>
    <p:sldId id="263" r:id="rId10"/>
    <p:sldId id="264" r:id="rId11"/>
    <p:sldId id="265" r:id="rId12"/>
    <p:sldId id="266" r:id="rId13"/>
    <p:sldId id="267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hlo, Chase A" userId="a6660707-78aa-482c-b647-234fbd25e654" providerId="ADAL" clId="{F1E33E7B-DEAB-4E28-B414-E3994BEC1D97}"/>
    <pc:docChg chg="undo custSel modSld">
      <pc:chgData name="Ehlo, Chase A" userId="a6660707-78aa-482c-b647-234fbd25e654" providerId="ADAL" clId="{F1E33E7B-DEAB-4E28-B414-E3994BEC1D97}" dt="2026-01-07T16:52:27.181" v="76" actId="20577"/>
      <pc:docMkLst>
        <pc:docMk/>
      </pc:docMkLst>
      <pc:sldChg chg="modSp mod">
        <pc:chgData name="Ehlo, Chase A" userId="a6660707-78aa-482c-b647-234fbd25e654" providerId="ADAL" clId="{F1E33E7B-DEAB-4E28-B414-E3994BEC1D97}" dt="2026-01-07T16:52:27.181" v="76" actId="20577"/>
        <pc:sldMkLst>
          <pc:docMk/>
          <pc:sldMk cId="1350432390" sldId="260"/>
        </pc:sldMkLst>
        <pc:graphicFrameChg chg="modGraphic">
          <ac:chgData name="Ehlo, Chase A" userId="a6660707-78aa-482c-b647-234fbd25e654" providerId="ADAL" clId="{F1E33E7B-DEAB-4E28-B414-E3994BEC1D97}" dt="2026-01-07T16:52:27.181" v="76" actId="20577"/>
          <ac:graphicFrameMkLst>
            <pc:docMk/>
            <pc:sldMk cId="1350432390" sldId="260"/>
            <ac:graphicFrameMk id="4" creationId="{99AFEFF0-520B-96DE-B961-CC3551DE20D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EF017E-A4C8-4AEC-AC3E-16BE30D5DAB8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E305D-BFA8-4B26-B7FC-F68C83B235D8}">
      <dgm:prSet phldrT="[Text]" phldr="0"/>
      <dgm:spPr/>
      <dgm:t>
        <a:bodyPr/>
        <a:lstStyle/>
        <a:p>
          <a:r>
            <a:rPr lang="en-US" dirty="0"/>
            <a:t>Hatchery Release</a:t>
          </a:r>
        </a:p>
      </dgm:t>
    </dgm:pt>
    <dgm:pt modelId="{E6EEAD4A-AE76-42E8-8EC0-25F5CFCFD820}" type="parTrans" cxnId="{23AD63E7-6E91-4902-A8AD-B91004BA953B}">
      <dgm:prSet/>
      <dgm:spPr/>
      <dgm:t>
        <a:bodyPr/>
        <a:lstStyle/>
        <a:p>
          <a:endParaRPr lang="en-US"/>
        </a:p>
      </dgm:t>
    </dgm:pt>
    <dgm:pt modelId="{96F766CA-7491-4979-8EC1-8B6042A0C2BA}" type="sibTrans" cxnId="{23AD63E7-6E91-4902-A8AD-B91004BA953B}">
      <dgm:prSet/>
      <dgm:spPr/>
      <dgm:t>
        <a:bodyPr/>
        <a:lstStyle/>
        <a:p>
          <a:endParaRPr lang="en-US"/>
        </a:p>
      </dgm:t>
    </dgm:pt>
    <dgm:pt modelId="{FCCB5194-526F-487B-82FB-BB46210F2C55}">
      <dgm:prSet phldrT="[Text]" phldr="0"/>
      <dgm:spPr/>
      <dgm:t>
        <a:bodyPr/>
        <a:lstStyle/>
        <a:p>
          <a:r>
            <a:rPr lang="en-US" dirty="0"/>
            <a:t>Survival Estimate</a:t>
          </a:r>
        </a:p>
      </dgm:t>
    </dgm:pt>
    <dgm:pt modelId="{E4E9C823-A72A-4530-ADF9-4734E28DE21D}" type="parTrans" cxnId="{8C88E31F-729C-4812-BDA9-32BE5DBEFAD8}">
      <dgm:prSet/>
      <dgm:spPr/>
      <dgm:t>
        <a:bodyPr/>
        <a:lstStyle/>
        <a:p>
          <a:endParaRPr lang="en-US"/>
        </a:p>
      </dgm:t>
    </dgm:pt>
    <dgm:pt modelId="{A9ACECA3-3C19-474A-8FE6-0238E90D48D3}" type="sibTrans" cxnId="{8C88E31F-729C-4812-BDA9-32BE5DBEFAD8}">
      <dgm:prSet/>
      <dgm:spPr/>
      <dgm:t>
        <a:bodyPr/>
        <a:lstStyle/>
        <a:p>
          <a:endParaRPr lang="en-US"/>
        </a:p>
      </dgm:t>
    </dgm:pt>
    <dgm:pt modelId="{385F9D95-79FC-4A58-B08A-D540C1B474BA}">
      <dgm:prSet phldrT="[Text]" phldr="0"/>
      <dgm:spPr/>
      <dgm:t>
        <a:bodyPr/>
        <a:lstStyle/>
        <a:p>
          <a:r>
            <a:rPr lang="en-US" dirty="0"/>
            <a:t>Juvenile Production Estimate</a:t>
          </a:r>
        </a:p>
      </dgm:t>
    </dgm:pt>
    <dgm:pt modelId="{25598453-F1A0-4BEA-92E3-A77F72F59B30}" type="parTrans" cxnId="{7ED94DCA-98A3-490D-A2B3-03E8880F2C8E}">
      <dgm:prSet/>
      <dgm:spPr/>
      <dgm:t>
        <a:bodyPr/>
        <a:lstStyle/>
        <a:p>
          <a:endParaRPr lang="en-US"/>
        </a:p>
      </dgm:t>
    </dgm:pt>
    <dgm:pt modelId="{83F0BE61-99A2-4CD3-9E40-AF97D868D016}" type="sibTrans" cxnId="{7ED94DCA-98A3-490D-A2B3-03E8880F2C8E}">
      <dgm:prSet/>
      <dgm:spPr/>
      <dgm:t>
        <a:bodyPr/>
        <a:lstStyle/>
        <a:p>
          <a:endParaRPr lang="en-US"/>
        </a:p>
      </dgm:t>
    </dgm:pt>
    <dgm:pt modelId="{F3C5460C-ED15-4E0D-AC37-C8D7CEACC3CE}" type="pres">
      <dgm:prSet presAssocID="{B6EF017E-A4C8-4AEC-AC3E-16BE30D5DAB8}" presName="linearFlow" presStyleCnt="0">
        <dgm:presLayoutVars>
          <dgm:dir/>
          <dgm:resizeHandles val="exact"/>
        </dgm:presLayoutVars>
      </dgm:prSet>
      <dgm:spPr/>
    </dgm:pt>
    <dgm:pt modelId="{B8F2B070-5E75-4E93-993A-526D3E88980C}" type="pres">
      <dgm:prSet presAssocID="{C91E305D-BFA8-4B26-B7FC-F68C83B235D8}" presName="node" presStyleLbl="node1" presStyleIdx="0" presStyleCnt="3">
        <dgm:presLayoutVars>
          <dgm:bulletEnabled val="1"/>
        </dgm:presLayoutVars>
      </dgm:prSet>
      <dgm:spPr/>
    </dgm:pt>
    <dgm:pt modelId="{EBEEF462-2CBF-407F-B324-98AAAF78111B}" type="pres">
      <dgm:prSet presAssocID="{96F766CA-7491-4979-8EC1-8B6042A0C2BA}" presName="spacerL" presStyleCnt="0"/>
      <dgm:spPr/>
    </dgm:pt>
    <dgm:pt modelId="{3B3D606B-8FC2-422E-89A0-2A54C9872FD3}" type="pres">
      <dgm:prSet presAssocID="{96F766CA-7491-4979-8EC1-8B6042A0C2BA}" presName="sibTrans" presStyleLbl="sibTrans2D1" presStyleIdx="0" presStyleCnt="2"/>
      <dgm:spPr>
        <a:prstGeom prst="mathMultiply">
          <a:avLst/>
        </a:prstGeom>
      </dgm:spPr>
    </dgm:pt>
    <dgm:pt modelId="{042EDDA6-6197-4945-9147-3D73641A27E2}" type="pres">
      <dgm:prSet presAssocID="{96F766CA-7491-4979-8EC1-8B6042A0C2BA}" presName="spacerR" presStyleCnt="0"/>
      <dgm:spPr/>
    </dgm:pt>
    <dgm:pt modelId="{219CB490-64E8-4EE6-B753-1F3A0A0E0158}" type="pres">
      <dgm:prSet presAssocID="{FCCB5194-526F-487B-82FB-BB46210F2C55}" presName="node" presStyleLbl="node1" presStyleIdx="1" presStyleCnt="3">
        <dgm:presLayoutVars>
          <dgm:bulletEnabled val="1"/>
        </dgm:presLayoutVars>
      </dgm:prSet>
      <dgm:spPr/>
    </dgm:pt>
    <dgm:pt modelId="{E123580D-0630-47F5-93B3-7C95CDB570C1}" type="pres">
      <dgm:prSet presAssocID="{A9ACECA3-3C19-474A-8FE6-0238E90D48D3}" presName="spacerL" presStyleCnt="0"/>
      <dgm:spPr/>
    </dgm:pt>
    <dgm:pt modelId="{F94947EE-3C60-4630-8D20-04B5F6E29D5B}" type="pres">
      <dgm:prSet presAssocID="{A9ACECA3-3C19-474A-8FE6-0238E90D48D3}" presName="sibTrans" presStyleLbl="sibTrans2D1" presStyleIdx="1" presStyleCnt="2"/>
      <dgm:spPr/>
    </dgm:pt>
    <dgm:pt modelId="{D0642344-5F41-467E-A653-7F113E068A70}" type="pres">
      <dgm:prSet presAssocID="{A9ACECA3-3C19-474A-8FE6-0238E90D48D3}" presName="spacerR" presStyleCnt="0"/>
      <dgm:spPr/>
    </dgm:pt>
    <dgm:pt modelId="{7BABF50C-7BA8-4860-9CD9-5FC04A4AD803}" type="pres">
      <dgm:prSet presAssocID="{385F9D95-79FC-4A58-B08A-D540C1B474BA}" presName="node" presStyleLbl="node1" presStyleIdx="2" presStyleCnt="3">
        <dgm:presLayoutVars>
          <dgm:bulletEnabled val="1"/>
        </dgm:presLayoutVars>
      </dgm:prSet>
      <dgm:spPr/>
    </dgm:pt>
  </dgm:ptLst>
  <dgm:cxnLst>
    <dgm:cxn modelId="{1B35DC1E-FBBD-4940-8087-012C5184386B}" type="presOf" srcId="{C91E305D-BFA8-4B26-B7FC-F68C83B235D8}" destId="{B8F2B070-5E75-4E93-993A-526D3E88980C}" srcOrd="0" destOrd="0" presId="urn:microsoft.com/office/officeart/2005/8/layout/equation1"/>
    <dgm:cxn modelId="{8C88E31F-729C-4812-BDA9-32BE5DBEFAD8}" srcId="{B6EF017E-A4C8-4AEC-AC3E-16BE30D5DAB8}" destId="{FCCB5194-526F-487B-82FB-BB46210F2C55}" srcOrd="1" destOrd="0" parTransId="{E4E9C823-A72A-4530-ADF9-4734E28DE21D}" sibTransId="{A9ACECA3-3C19-474A-8FE6-0238E90D48D3}"/>
    <dgm:cxn modelId="{F3E07D25-BD07-4835-85B8-AE2BF5F30302}" type="presOf" srcId="{B6EF017E-A4C8-4AEC-AC3E-16BE30D5DAB8}" destId="{F3C5460C-ED15-4E0D-AC37-C8D7CEACC3CE}" srcOrd="0" destOrd="0" presId="urn:microsoft.com/office/officeart/2005/8/layout/equation1"/>
    <dgm:cxn modelId="{550BEC47-2468-4F3E-88C1-D92BDC9CBFFD}" type="presOf" srcId="{FCCB5194-526F-487B-82FB-BB46210F2C55}" destId="{219CB490-64E8-4EE6-B753-1F3A0A0E0158}" srcOrd="0" destOrd="0" presId="urn:microsoft.com/office/officeart/2005/8/layout/equation1"/>
    <dgm:cxn modelId="{0AC15E49-4851-4CA5-81A6-996D0BF13FD4}" type="presOf" srcId="{A9ACECA3-3C19-474A-8FE6-0238E90D48D3}" destId="{F94947EE-3C60-4630-8D20-04B5F6E29D5B}" srcOrd="0" destOrd="0" presId="urn:microsoft.com/office/officeart/2005/8/layout/equation1"/>
    <dgm:cxn modelId="{7ED94DCA-98A3-490D-A2B3-03E8880F2C8E}" srcId="{B6EF017E-A4C8-4AEC-AC3E-16BE30D5DAB8}" destId="{385F9D95-79FC-4A58-B08A-D540C1B474BA}" srcOrd="2" destOrd="0" parTransId="{25598453-F1A0-4BEA-92E3-A77F72F59B30}" sibTransId="{83F0BE61-99A2-4CD3-9E40-AF97D868D016}"/>
    <dgm:cxn modelId="{86C8E2E2-A89C-429D-8FDE-F8BB9438E059}" type="presOf" srcId="{385F9D95-79FC-4A58-B08A-D540C1B474BA}" destId="{7BABF50C-7BA8-4860-9CD9-5FC04A4AD803}" srcOrd="0" destOrd="0" presId="urn:microsoft.com/office/officeart/2005/8/layout/equation1"/>
    <dgm:cxn modelId="{0689A3E5-78F3-4CAA-A1C7-E9B649740FB2}" type="presOf" srcId="{96F766CA-7491-4979-8EC1-8B6042A0C2BA}" destId="{3B3D606B-8FC2-422E-89A0-2A54C9872FD3}" srcOrd="0" destOrd="0" presId="urn:microsoft.com/office/officeart/2005/8/layout/equation1"/>
    <dgm:cxn modelId="{23AD63E7-6E91-4902-A8AD-B91004BA953B}" srcId="{B6EF017E-A4C8-4AEC-AC3E-16BE30D5DAB8}" destId="{C91E305D-BFA8-4B26-B7FC-F68C83B235D8}" srcOrd="0" destOrd="0" parTransId="{E6EEAD4A-AE76-42E8-8EC0-25F5CFCFD820}" sibTransId="{96F766CA-7491-4979-8EC1-8B6042A0C2BA}"/>
    <dgm:cxn modelId="{1B45F693-C2EB-47E1-94C6-F12AAB8AB1F7}" type="presParOf" srcId="{F3C5460C-ED15-4E0D-AC37-C8D7CEACC3CE}" destId="{B8F2B070-5E75-4E93-993A-526D3E88980C}" srcOrd="0" destOrd="0" presId="urn:microsoft.com/office/officeart/2005/8/layout/equation1"/>
    <dgm:cxn modelId="{3561DC6E-154D-4D53-BE3F-276FB12D58AC}" type="presParOf" srcId="{F3C5460C-ED15-4E0D-AC37-C8D7CEACC3CE}" destId="{EBEEF462-2CBF-407F-B324-98AAAF78111B}" srcOrd="1" destOrd="0" presId="urn:microsoft.com/office/officeart/2005/8/layout/equation1"/>
    <dgm:cxn modelId="{E91AF300-A380-47A8-8345-F0809A7470F2}" type="presParOf" srcId="{F3C5460C-ED15-4E0D-AC37-C8D7CEACC3CE}" destId="{3B3D606B-8FC2-422E-89A0-2A54C9872FD3}" srcOrd="2" destOrd="0" presId="urn:microsoft.com/office/officeart/2005/8/layout/equation1"/>
    <dgm:cxn modelId="{DB03E6F3-776D-49A1-928C-E1ED19E534A4}" type="presParOf" srcId="{F3C5460C-ED15-4E0D-AC37-C8D7CEACC3CE}" destId="{042EDDA6-6197-4945-9147-3D73641A27E2}" srcOrd="3" destOrd="0" presId="urn:microsoft.com/office/officeart/2005/8/layout/equation1"/>
    <dgm:cxn modelId="{282B3FDE-076A-4B47-9D0E-BDE58C17D423}" type="presParOf" srcId="{F3C5460C-ED15-4E0D-AC37-C8D7CEACC3CE}" destId="{219CB490-64E8-4EE6-B753-1F3A0A0E0158}" srcOrd="4" destOrd="0" presId="urn:microsoft.com/office/officeart/2005/8/layout/equation1"/>
    <dgm:cxn modelId="{598681C4-6E30-4C42-BBC6-5360EC4248CD}" type="presParOf" srcId="{F3C5460C-ED15-4E0D-AC37-C8D7CEACC3CE}" destId="{E123580D-0630-47F5-93B3-7C95CDB570C1}" srcOrd="5" destOrd="0" presId="urn:microsoft.com/office/officeart/2005/8/layout/equation1"/>
    <dgm:cxn modelId="{DDE60D8C-22BD-45F9-A5FF-44FF2A548527}" type="presParOf" srcId="{F3C5460C-ED15-4E0D-AC37-C8D7CEACC3CE}" destId="{F94947EE-3C60-4630-8D20-04B5F6E29D5B}" srcOrd="6" destOrd="0" presId="urn:microsoft.com/office/officeart/2005/8/layout/equation1"/>
    <dgm:cxn modelId="{4082CD0F-F028-4ACD-BF2E-1C92DF696A0B}" type="presParOf" srcId="{F3C5460C-ED15-4E0D-AC37-C8D7CEACC3CE}" destId="{D0642344-5F41-467E-A653-7F113E068A70}" srcOrd="7" destOrd="0" presId="urn:microsoft.com/office/officeart/2005/8/layout/equation1"/>
    <dgm:cxn modelId="{D92AE100-997B-481E-A931-6095B68E4C4D}" type="presParOf" srcId="{F3C5460C-ED15-4E0D-AC37-C8D7CEACC3CE}" destId="{7BABF50C-7BA8-4860-9CD9-5FC04A4AD803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C56802-2EFE-44E0-B8BB-74719EBF8ED1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246D32-C7E6-444B-BCFB-F0E595D6ECD6}">
      <dgm:prSet phldrT="[Text]" phldr="0"/>
      <dgm:spPr/>
      <dgm:t>
        <a:bodyPr/>
        <a:lstStyle/>
        <a:p>
          <a:r>
            <a:rPr lang="en-US" dirty="0"/>
            <a:t>Hatchery Release</a:t>
          </a:r>
        </a:p>
      </dgm:t>
    </dgm:pt>
    <dgm:pt modelId="{F472E94A-F9FF-44CF-A8B8-BAFDCC9EDD66}" type="parTrans" cxnId="{305F6A96-C4A6-4319-B0C1-F182434DD97A}">
      <dgm:prSet/>
      <dgm:spPr/>
      <dgm:t>
        <a:bodyPr/>
        <a:lstStyle/>
        <a:p>
          <a:endParaRPr lang="en-US"/>
        </a:p>
      </dgm:t>
    </dgm:pt>
    <dgm:pt modelId="{1E3D2077-407E-460F-A002-93514E428975}" type="sibTrans" cxnId="{305F6A96-C4A6-4319-B0C1-F182434DD97A}">
      <dgm:prSet/>
      <dgm:spPr/>
      <dgm:t>
        <a:bodyPr/>
        <a:lstStyle/>
        <a:p>
          <a:endParaRPr lang="en-US"/>
        </a:p>
      </dgm:t>
    </dgm:pt>
    <dgm:pt modelId="{3BE1ED80-5CD1-404C-A428-728F486F33CD}">
      <dgm:prSet phldrT="[Text]" phldr="0"/>
      <dgm:spPr/>
      <dgm:t>
        <a:bodyPr/>
        <a:lstStyle/>
        <a:p>
          <a:r>
            <a:rPr lang="en-US" dirty="0"/>
            <a:t>Cross reference WY type</a:t>
          </a:r>
        </a:p>
      </dgm:t>
    </dgm:pt>
    <dgm:pt modelId="{7038B432-7BE6-45B4-B23D-0642A3F98C32}" type="parTrans" cxnId="{7AE7D775-731B-473D-9A7F-81747B98B0D8}">
      <dgm:prSet/>
      <dgm:spPr/>
      <dgm:t>
        <a:bodyPr/>
        <a:lstStyle/>
        <a:p>
          <a:endParaRPr lang="en-US"/>
        </a:p>
      </dgm:t>
    </dgm:pt>
    <dgm:pt modelId="{C6ABF826-EFFC-4390-8371-E98A61BEFAD8}" type="sibTrans" cxnId="{7AE7D775-731B-473D-9A7F-81747B98B0D8}">
      <dgm:prSet/>
      <dgm:spPr/>
      <dgm:t>
        <a:bodyPr/>
        <a:lstStyle/>
        <a:p>
          <a:endParaRPr lang="en-US"/>
        </a:p>
      </dgm:t>
    </dgm:pt>
    <dgm:pt modelId="{2E6EC5EE-9B54-499E-9A5D-EFA66CF960D3}">
      <dgm:prSet phldrT="[Text]" phldr="0"/>
      <dgm:spPr/>
      <dgm:t>
        <a:bodyPr/>
        <a:lstStyle/>
        <a:p>
          <a:r>
            <a:rPr lang="en-US" dirty="0"/>
            <a:t>Grab Survival Estimate</a:t>
          </a:r>
        </a:p>
      </dgm:t>
    </dgm:pt>
    <dgm:pt modelId="{144A3512-9687-4EC7-9048-C6E0ADD89A0C}" type="parTrans" cxnId="{CD3FA6E1-2752-460E-A990-68133B0B3AE0}">
      <dgm:prSet/>
      <dgm:spPr/>
      <dgm:t>
        <a:bodyPr/>
        <a:lstStyle/>
        <a:p>
          <a:endParaRPr lang="en-US"/>
        </a:p>
      </dgm:t>
    </dgm:pt>
    <dgm:pt modelId="{E26C5DAB-B502-4AAD-839E-DCCEF64C56E6}" type="sibTrans" cxnId="{CD3FA6E1-2752-460E-A990-68133B0B3AE0}">
      <dgm:prSet/>
      <dgm:spPr/>
      <dgm:t>
        <a:bodyPr/>
        <a:lstStyle/>
        <a:p>
          <a:endParaRPr lang="en-US"/>
        </a:p>
      </dgm:t>
    </dgm:pt>
    <dgm:pt modelId="{5B564D3B-5450-4934-8677-8EC5FD08B5F5}">
      <dgm:prSet phldrT="[Text]" phldr="0"/>
      <dgm:spPr/>
      <dgm:t>
        <a:bodyPr/>
        <a:lstStyle/>
        <a:p>
          <a:r>
            <a:rPr lang="en-US" dirty="0"/>
            <a:t>Add to running JPE total</a:t>
          </a:r>
        </a:p>
      </dgm:t>
    </dgm:pt>
    <dgm:pt modelId="{AE29573E-4429-4E4B-A4B3-21E00778E2B8}" type="parTrans" cxnId="{CE0F5FBF-C0AE-4FAB-BD6A-F07C5F4AE49E}">
      <dgm:prSet/>
      <dgm:spPr/>
      <dgm:t>
        <a:bodyPr/>
        <a:lstStyle/>
        <a:p>
          <a:endParaRPr lang="en-US"/>
        </a:p>
      </dgm:t>
    </dgm:pt>
    <dgm:pt modelId="{0FA6B623-27D0-4BC8-9BC1-FAEC32DB26AA}" type="sibTrans" cxnId="{CE0F5FBF-C0AE-4FAB-BD6A-F07C5F4AE49E}">
      <dgm:prSet/>
      <dgm:spPr/>
      <dgm:t>
        <a:bodyPr/>
        <a:lstStyle/>
        <a:p>
          <a:endParaRPr lang="en-US"/>
        </a:p>
      </dgm:t>
    </dgm:pt>
    <dgm:pt modelId="{99CC6CA6-538E-4CB8-B3F6-61FD86DF1B28}" type="pres">
      <dgm:prSet presAssocID="{97C56802-2EFE-44E0-B8BB-74719EBF8ED1}" presName="cycle" presStyleCnt="0">
        <dgm:presLayoutVars>
          <dgm:dir/>
          <dgm:resizeHandles val="exact"/>
        </dgm:presLayoutVars>
      </dgm:prSet>
      <dgm:spPr/>
    </dgm:pt>
    <dgm:pt modelId="{17BEFD76-50DB-4550-A664-266BE7EC504B}" type="pres">
      <dgm:prSet presAssocID="{82246D32-C7E6-444B-BCFB-F0E595D6ECD6}" presName="dummy" presStyleCnt="0"/>
      <dgm:spPr/>
    </dgm:pt>
    <dgm:pt modelId="{C10A8E29-B225-4B36-96D6-C19635F0FB00}" type="pres">
      <dgm:prSet presAssocID="{82246D32-C7E6-444B-BCFB-F0E595D6ECD6}" presName="node" presStyleLbl="revTx" presStyleIdx="0" presStyleCnt="4">
        <dgm:presLayoutVars>
          <dgm:bulletEnabled val="1"/>
        </dgm:presLayoutVars>
      </dgm:prSet>
      <dgm:spPr/>
    </dgm:pt>
    <dgm:pt modelId="{5467263F-A94D-41BD-9C79-28F7B6FEC479}" type="pres">
      <dgm:prSet presAssocID="{1E3D2077-407E-460F-A002-93514E428975}" presName="sibTrans" presStyleLbl="node1" presStyleIdx="0" presStyleCnt="4"/>
      <dgm:spPr/>
    </dgm:pt>
    <dgm:pt modelId="{64567E35-2B1D-437D-AF64-208E2FA5F407}" type="pres">
      <dgm:prSet presAssocID="{3BE1ED80-5CD1-404C-A428-728F486F33CD}" presName="dummy" presStyleCnt="0"/>
      <dgm:spPr/>
    </dgm:pt>
    <dgm:pt modelId="{5CD898EF-9CEC-471B-B7CE-7F0A9959D969}" type="pres">
      <dgm:prSet presAssocID="{3BE1ED80-5CD1-404C-A428-728F486F33CD}" presName="node" presStyleLbl="revTx" presStyleIdx="1" presStyleCnt="4">
        <dgm:presLayoutVars>
          <dgm:bulletEnabled val="1"/>
        </dgm:presLayoutVars>
      </dgm:prSet>
      <dgm:spPr/>
    </dgm:pt>
    <dgm:pt modelId="{23686CB5-0159-4A4F-B792-4D4EAEDC2802}" type="pres">
      <dgm:prSet presAssocID="{C6ABF826-EFFC-4390-8371-E98A61BEFAD8}" presName="sibTrans" presStyleLbl="node1" presStyleIdx="1" presStyleCnt="4"/>
      <dgm:spPr/>
    </dgm:pt>
    <dgm:pt modelId="{E65B8BAC-93C1-4439-9316-506DF15CAD5F}" type="pres">
      <dgm:prSet presAssocID="{2E6EC5EE-9B54-499E-9A5D-EFA66CF960D3}" presName="dummy" presStyleCnt="0"/>
      <dgm:spPr/>
    </dgm:pt>
    <dgm:pt modelId="{8956F852-6954-4516-BD93-D248FDCC660E}" type="pres">
      <dgm:prSet presAssocID="{2E6EC5EE-9B54-499E-9A5D-EFA66CF960D3}" presName="node" presStyleLbl="revTx" presStyleIdx="2" presStyleCnt="4">
        <dgm:presLayoutVars>
          <dgm:bulletEnabled val="1"/>
        </dgm:presLayoutVars>
      </dgm:prSet>
      <dgm:spPr/>
    </dgm:pt>
    <dgm:pt modelId="{D41E5203-D68F-4307-A37A-C7FB2E716D71}" type="pres">
      <dgm:prSet presAssocID="{E26C5DAB-B502-4AAD-839E-DCCEF64C56E6}" presName="sibTrans" presStyleLbl="node1" presStyleIdx="2" presStyleCnt="4"/>
      <dgm:spPr/>
    </dgm:pt>
    <dgm:pt modelId="{3B9677B2-3657-419C-B3D4-712EC40D1C8A}" type="pres">
      <dgm:prSet presAssocID="{5B564D3B-5450-4934-8677-8EC5FD08B5F5}" presName="dummy" presStyleCnt="0"/>
      <dgm:spPr/>
    </dgm:pt>
    <dgm:pt modelId="{A0459F98-977B-4F3C-820D-121F911980BD}" type="pres">
      <dgm:prSet presAssocID="{5B564D3B-5450-4934-8677-8EC5FD08B5F5}" presName="node" presStyleLbl="revTx" presStyleIdx="3" presStyleCnt="4">
        <dgm:presLayoutVars>
          <dgm:bulletEnabled val="1"/>
        </dgm:presLayoutVars>
      </dgm:prSet>
      <dgm:spPr/>
    </dgm:pt>
    <dgm:pt modelId="{440CE0FE-8C4A-422A-995A-9D53FDA0CE20}" type="pres">
      <dgm:prSet presAssocID="{0FA6B623-27D0-4BC8-9BC1-FAEC32DB26AA}" presName="sibTrans" presStyleLbl="node1" presStyleIdx="3" presStyleCnt="4"/>
      <dgm:spPr/>
    </dgm:pt>
  </dgm:ptLst>
  <dgm:cxnLst>
    <dgm:cxn modelId="{0CB9F008-014A-46DA-93CD-B7A6833187BA}" type="presOf" srcId="{C6ABF826-EFFC-4390-8371-E98A61BEFAD8}" destId="{23686CB5-0159-4A4F-B792-4D4EAEDC2802}" srcOrd="0" destOrd="0" presId="urn:microsoft.com/office/officeart/2005/8/layout/cycle1"/>
    <dgm:cxn modelId="{70F56E6C-BDC3-40DB-BD62-AD3355AD4F1E}" type="presOf" srcId="{1E3D2077-407E-460F-A002-93514E428975}" destId="{5467263F-A94D-41BD-9C79-28F7B6FEC479}" srcOrd="0" destOrd="0" presId="urn:microsoft.com/office/officeart/2005/8/layout/cycle1"/>
    <dgm:cxn modelId="{999BC54F-BE75-4A9D-9653-226508CDB90A}" type="presOf" srcId="{3BE1ED80-5CD1-404C-A428-728F486F33CD}" destId="{5CD898EF-9CEC-471B-B7CE-7F0A9959D969}" srcOrd="0" destOrd="0" presId="urn:microsoft.com/office/officeart/2005/8/layout/cycle1"/>
    <dgm:cxn modelId="{7AE7D775-731B-473D-9A7F-81747B98B0D8}" srcId="{97C56802-2EFE-44E0-B8BB-74719EBF8ED1}" destId="{3BE1ED80-5CD1-404C-A428-728F486F33CD}" srcOrd="1" destOrd="0" parTransId="{7038B432-7BE6-45B4-B23D-0642A3F98C32}" sibTransId="{C6ABF826-EFFC-4390-8371-E98A61BEFAD8}"/>
    <dgm:cxn modelId="{850ED576-4589-4DC9-9A2A-6E0227B538C9}" type="presOf" srcId="{97C56802-2EFE-44E0-B8BB-74719EBF8ED1}" destId="{99CC6CA6-538E-4CB8-B3F6-61FD86DF1B28}" srcOrd="0" destOrd="0" presId="urn:microsoft.com/office/officeart/2005/8/layout/cycle1"/>
    <dgm:cxn modelId="{58BC5079-5F40-4D63-A795-427D99B7BCB0}" type="presOf" srcId="{82246D32-C7E6-444B-BCFB-F0E595D6ECD6}" destId="{C10A8E29-B225-4B36-96D6-C19635F0FB00}" srcOrd="0" destOrd="0" presId="urn:microsoft.com/office/officeart/2005/8/layout/cycle1"/>
    <dgm:cxn modelId="{B81EE281-02D5-4779-B1C6-27387A142E6F}" type="presOf" srcId="{2E6EC5EE-9B54-499E-9A5D-EFA66CF960D3}" destId="{8956F852-6954-4516-BD93-D248FDCC660E}" srcOrd="0" destOrd="0" presId="urn:microsoft.com/office/officeart/2005/8/layout/cycle1"/>
    <dgm:cxn modelId="{A391B98B-72EF-4D70-A0A5-45BF6595ADC8}" type="presOf" srcId="{5B564D3B-5450-4934-8677-8EC5FD08B5F5}" destId="{A0459F98-977B-4F3C-820D-121F911980BD}" srcOrd="0" destOrd="0" presId="urn:microsoft.com/office/officeart/2005/8/layout/cycle1"/>
    <dgm:cxn modelId="{305F6A96-C4A6-4319-B0C1-F182434DD97A}" srcId="{97C56802-2EFE-44E0-B8BB-74719EBF8ED1}" destId="{82246D32-C7E6-444B-BCFB-F0E595D6ECD6}" srcOrd="0" destOrd="0" parTransId="{F472E94A-F9FF-44CF-A8B8-BAFDCC9EDD66}" sibTransId="{1E3D2077-407E-460F-A002-93514E428975}"/>
    <dgm:cxn modelId="{125442A0-4684-44D8-9F55-A10B01006992}" type="presOf" srcId="{E26C5DAB-B502-4AAD-839E-DCCEF64C56E6}" destId="{D41E5203-D68F-4307-A37A-C7FB2E716D71}" srcOrd="0" destOrd="0" presId="urn:microsoft.com/office/officeart/2005/8/layout/cycle1"/>
    <dgm:cxn modelId="{CE0F5FBF-C0AE-4FAB-BD6A-F07C5F4AE49E}" srcId="{97C56802-2EFE-44E0-B8BB-74719EBF8ED1}" destId="{5B564D3B-5450-4934-8677-8EC5FD08B5F5}" srcOrd="3" destOrd="0" parTransId="{AE29573E-4429-4E4B-A4B3-21E00778E2B8}" sibTransId="{0FA6B623-27D0-4BC8-9BC1-FAEC32DB26AA}"/>
    <dgm:cxn modelId="{CD3FA6E1-2752-460E-A990-68133B0B3AE0}" srcId="{97C56802-2EFE-44E0-B8BB-74719EBF8ED1}" destId="{2E6EC5EE-9B54-499E-9A5D-EFA66CF960D3}" srcOrd="2" destOrd="0" parTransId="{144A3512-9687-4EC7-9048-C6E0ADD89A0C}" sibTransId="{E26C5DAB-B502-4AAD-839E-DCCEF64C56E6}"/>
    <dgm:cxn modelId="{6FB55BF5-BF6F-4FCB-A83F-024600A9EE9B}" type="presOf" srcId="{0FA6B623-27D0-4BC8-9BC1-FAEC32DB26AA}" destId="{440CE0FE-8C4A-422A-995A-9D53FDA0CE20}" srcOrd="0" destOrd="0" presId="urn:microsoft.com/office/officeart/2005/8/layout/cycle1"/>
    <dgm:cxn modelId="{EB93C9F5-3ACB-4EB9-8622-6202219F33DA}" type="presParOf" srcId="{99CC6CA6-538E-4CB8-B3F6-61FD86DF1B28}" destId="{17BEFD76-50DB-4550-A664-266BE7EC504B}" srcOrd="0" destOrd="0" presId="urn:microsoft.com/office/officeart/2005/8/layout/cycle1"/>
    <dgm:cxn modelId="{A1E1DA41-B65A-44A6-BFCB-4C554AFB84B9}" type="presParOf" srcId="{99CC6CA6-538E-4CB8-B3F6-61FD86DF1B28}" destId="{C10A8E29-B225-4B36-96D6-C19635F0FB00}" srcOrd="1" destOrd="0" presId="urn:microsoft.com/office/officeart/2005/8/layout/cycle1"/>
    <dgm:cxn modelId="{ABB563E5-3844-492A-B135-01E50A7B1F4C}" type="presParOf" srcId="{99CC6CA6-538E-4CB8-B3F6-61FD86DF1B28}" destId="{5467263F-A94D-41BD-9C79-28F7B6FEC479}" srcOrd="2" destOrd="0" presId="urn:microsoft.com/office/officeart/2005/8/layout/cycle1"/>
    <dgm:cxn modelId="{2D6BA196-4C16-4C3C-8488-85790C427C9F}" type="presParOf" srcId="{99CC6CA6-538E-4CB8-B3F6-61FD86DF1B28}" destId="{64567E35-2B1D-437D-AF64-208E2FA5F407}" srcOrd="3" destOrd="0" presId="urn:microsoft.com/office/officeart/2005/8/layout/cycle1"/>
    <dgm:cxn modelId="{D3E863D0-5488-4ADC-8087-8063B8194567}" type="presParOf" srcId="{99CC6CA6-538E-4CB8-B3F6-61FD86DF1B28}" destId="{5CD898EF-9CEC-471B-B7CE-7F0A9959D969}" srcOrd="4" destOrd="0" presId="urn:microsoft.com/office/officeart/2005/8/layout/cycle1"/>
    <dgm:cxn modelId="{79B6747C-BF3F-4B34-A957-F21672AE1C9C}" type="presParOf" srcId="{99CC6CA6-538E-4CB8-B3F6-61FD86DF1B28}" destId="{23686CB5-0159-4A4F-B792-4D4EAEDC2802}" srcOrd="5" destOrd="0" presId="urn:microsoft.com/office/officeart/2005/8/layout/cycle1"/>
    <dgm:cxn modelId="{11D06F09-553C-4479-8360-96A2C41EDD9C}" type="presParOf" srcId="{99CC6CA6-538E-4CB8-B3F6-61FD86DF1B28}" destId="{E65B8BAC-93C1-4439-9316-506DF15CAD5F}" srcOrd="6" destOrd="0" presId="urn:microsoft.com/office/officeart/2005/8/layout/cycle1"/>
    <dgm:cxn modelId="{5A9A9179-EAFC-47FF-ABC8-4CD2C5E2527F}" type="presParOf" srcId="{99CC6CA6-538E-4CB8-B3F6-61FD86DF1B28}" destId="{8956F852-6954-4516-BD93-D248FDCC660E}" srcOrd="7" destOrd="0" presId="urn:microsoft.com/office/officeart/2005/8/layout/cycle1"/>
    <dgm:cxn modelId="{7B2BBA2C-63B3-4725-BC4D-A557B7DA97A8}" type="presParOf" srcId="{99CC6CA6-538E-4CB8-B3F6-61FD86DF1B28}" destId="{D41E5203-D68F-4307-A37A-C7FB2E716D71}" srcOrd="8" destOrd="0" presId="urn:microsoft.com/office/officeart/2005/8/layout/cycle1"/>
    <dgm:cxn modelId="{D54475A9-307C-4AF7-AF1C-A92756C1A2FA}" type="presParOf" srcId="{99CC6CA6-538E-4CB8-B3F6-61FD86DF1B28}" destId="{3B9677B2-3657-419C-B3D4-712EC40D1C8A}" srcOrd="9" destOrd="0" presId="urn:microsoft.com/office/officeart/2005/8/layout/cycle1"/>
    <dgm:cxn modelId="{F776812D-A8D3-47B2-9C5D-B1CF46F62869}" type="presParOf" srcId="{99CC6CA6-538E-4CB8-B3F6-61FD86DF1B28}" destId="{A0459F98-977B-4F3C-820D-121F911980BD}" srcOrd="10" destOrd="0" presId="urn:microsoft.com/office/officeart/2005/8/layout/cycle1"/>
    <dgm:cxn modelId="{4D99BAC6-4879-4DC6-B932-789FAA26A0DD}" type="presParOf" srcId="{99CC6CA6-538E-4CB8-B3F6-61FD86DF1B28}" destId="{440CE0FE-8C4A-422A-995A-9D53FDA0CE20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C56802-2EFE-44E0-B8BB-74719EBF8ED1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246D32-C7E6-444B-BCFB-F0E595D6ECD6}">
      <dgm:prSet phldrT="[Text]" phldr="0"/>
      <dgm:spPr/>
      <dgm:t>
        <a:bodyPr/>
        <a:lstStyle/>
        <a:p>
          <a:r>
            <a:rPr lang="en-US" strike="sngStrike" dirty="0"/>
            <a:t>Hatchery Release</a:t>
          </a:r>
        </a:p>
      </dgm:t>
    </dgm:pt>
    <dgm:pt modelId="{F472E94A-F9FF-44CF-A8B8-BAFDCC9EDD66}" type="parTrans" cxnId="{305F6A96-C4A6-4319-B0C1-F182434DD97A}">
      <dgm:prSet/>
      <dgm:spPr/>
      <dgm:t>
        <a:bodyPr/>
        <a:lstStyle/>
        <a:p>
          <a:endParaRPr lang="en-US"/>
        </a:p>
      </dgm:t>
    </dgm:pt>
    <dgm:pt modelId="{1E3D2077-407E-460F-A002-93514E428975}" type="sibTrans" cxnId="{305F6A96-C4A6-4319-B0C1-F182434DD97A}">
      <dgm:prSet/>
      <dgm:spPr/>
      <dgm:t>
        <a:bodyPr/>
        <a:lstStyle/>
        <a:p>
          <a:endParaRPr lang="en-US"/>
        </a:p>
      </dgm:t>
    </dgm:pt>
    <dgm:pt modelId="{3BE1ED80-5CD1-404C-A428-728F486F33CD}">
      <dgm:prSet phldrT="[Text]" phldr="0"/>
      <dgm:spPr/>
      <dgm:t>
        <a:bodyPr/>
        <a:lstStyle/>
        <a:p>
          <a:r>
            <a:rPr lang="en-US" dirty="0"/>
            <a:t>Cross reference WY type</a:t>
          </a:r>
        </a:p>
      </dgm:t>
    </dgm:pt>
    <dgm:pt modelId="{7038B432-7BE6-45B4-B23D-0642A3F98C32}" type="parTrans" cxnId="{7AE7D775-731B-473D-9A7F-81747B98B0D8}">
      <dgm:prSet/>
      <dgm:spPr/>
      <dgm:t>
        <a:bodyPr/>
        <a:lstStyle/>
        <a:p>
          <a:endParaRPr lang="en-US"/>
        </a:p>
      </dgm:t>
    </dgm:pt>
    <dgm:pt modelId="{C6ABF826-EFFC-4390-8371-E98A61BEFAD8}" type="sibTrans" cxnId="{7AE7D775-731B-473D-9A7F-81747B98B0D8}">
      <dgm:prSet/>
      <dgm:spPr/>
      <dgm:t>
        <a:bodyPr/>
        <a:lstStyle/>
        <a:p>
          <a:endParaRPr lang="en-US"/>
        </a:p>
      </dgm:t>
    </dgm:pt>
    <dgm:pt modelId="{2E6EC5EE-9B54-499E-9A5D-EFA66CF960D3}">
      <dgm:prSet phldrT="[Text]" phldr="0"/>
      <dgm:spPr/>
      <dgm:t>
        <a:bodyPr/>
        <a:lstStyle/>
        <a:p>
          <a:r>
            <a:rPr lang="en-US" dirty="0"/>
            <a:t>Grab Survival Estimate</a:t>
          </a:r>
        </a:p>
      </dgm:t>
    </dgm:pt>
    <dgm:pt modelId="{144A3512-9687-4EC7-9048-C6E0ADD89A0C}" type="parTrans" cxnId="{CD3FA6E1-2752-460E-A990-68133B0B3AE0}">
      <dgm:prSet/>
      <dgm:spPr/>
      <dgm:t>
        <a:bodyPr/>
        <a:lstStyle/>
        <a:p>
          <a:endParaRPr lang="en-US"/>
        </a:p>
      </dgm:t>
    </dgm:pt>
    <dgm:pt modelId="{E26C5DAB-B502-4AAD-839E-DCCEF64C56E6}" type="sibTrans" cxnId="{CD3FA6E1-2752-460E-A990-68133B0B3AE0}">
      <dgm:prSet/>
      <dgm:spPr/>
      <dgm:t>
        <a:bodyPr/>
        <a:lstStyle/>
        <a:p>
          <a:endParaRPr lang="en-US"/>
        </a:p>
      </dgm:t>
    </dgm:pt>
    <dgm:pt modelId="{5B564D3B-5450-4934-8677-8EC5FD08B5F5}">
      <dgm:prSet phldrT="[Text]" phldr="0"/>
      <dgm:spPr/>
      <dgm:t>
        <a:bodyPr/>
        <a:lstStyle/>
        <a:p>
          <a:r>
            <a:rPr lang="en-US" dirty="0"/>
            <a:t>Add to running JPE total</a:t>
          </a:r>
        </a:p>
      </dgm:t>
    </dgm:pt>
    <dgm:pt modelId="{AE29573E-4429-4E4B-A4B3-21E00778E2B8}" type="parTrans" cxnId="{CE0F5FBF-C0AE-4FAB-BD6A-F07C5F4AE49E}">
      <dgm:prSet/>
      <dgm:spPr/>
      <dgm:t>
        <a:bodyPr/>
        <a:lstStyle/>
        <a:p>
          <a:endParaRPr lang="en-US"/>
        </a:p>
      </dgm:t>
    </dgm:pt>
    <dgm:pt modelId="{0FA6B623-27D0-4BC8-9BC1-FAEC32DB26AA}" type="sibTrans" cxnId="{CE0F5FBF-C0AE-4FAB-BD6A-F07C5F4AE49E}">
      <dgm:prSet/>
      <dgm:spPr/>
      <dgm:t>
        <a:bodyPr/>
        <a:lstStyle/>
        <a:p>
          <a:endParaRPr lang="en-US"/>
        </a:p>
      </dgm:t>
    </dgm:pt>
    <dgm:pt modelId="{99CC6CA6-538E-4CB8-B3F6-61FD86DF1B28}" type="pres">
      <dgm:prSet presAssocID="{97C56802-2EFE-44E0-B8BB-74719EBF8ED1}" presName="cycle" presStyleCnt="0">
        <dgm:presLayoutVars>
          <dgm:dir/>
          <dgm:resizeHandles val="exact"/>
        </dgm:presLayoutVars>
      </dgm:prSet>
      <dgm:spPr/>
    </dgm:pt>
    <dgm:pt modelId="{17BEFD76-50DB-4550-A664-266BE7EC504B}" type="pres">
      <dgm:prSet presAssocID="{82246D32-C7E6-444B-BCFB-F0E595D6ECD6}" presName="dummy" presStyleCnt="0"/>
      <dgm:spPr/>
    </dgm:pt>
    <dgm:pt modelId="{C10A8E29-B225-4B36-96D6-C19635F0FB00}" type="pres">
      <dgm:prSet presAssocID="{82246D32-C7E6-444B-BCFB-F0E595D6ECD6}" presName="node" presStyleLbl="revTx" presStyleIdx="0" presStyleCnt="4">
        <dgm:presLayoutVars>
          <dgm:bulletEnabled val="1"/>
        </dgm:presLayoutVars>
      </dgm:prSet>
      <dgm:spPr/>
    </dgm:pt>
    <dgm:pt modelId="{5467263F-A94D-41BD-9C79-28F7B6FEC479}" type="pres">
      <dgm:prSet presAssocID="{1E3D2077-407E-460F-A002-93514E428975}" presName="sibTrans" presStyleLbl="node1" presStyleIdx="0" presStyleCnt="4"/>
      <dgm:spPr/>
    </dgm:pt>
    <dgm:pt modelId="{64567E35-2B1D-437D-AF64-208E2FA5F407}" type="pres">
      <dgm:prSet presAssocID="{3BE1ED80-5CD1-404C-A428-728F486F33CD}" presName="dummy" presStyleCnt="0"/>
      <dgm:spPr/>
    </dgm:pt>
    <dgm:pt modelId="{5CD898EF-9CEC-471B-B7CE-7F0A9959D969}" type="pres">
      <dgm:prSet presAssocID="{3BE1ED80-5CD1-404C-A428-728F486F33CD}" presName="node" presStyleLbl="revTx" presStyleIdx="1" presStyleCnt="4">
        <dgm:presLayoutVars>
          <dgm:bulletEnabled val="1"/>
        </dgm:presLayoutVars>
      </dgm:prSet>
      <dgm:spPr/>
    </dgm:pt>
    <dgm:pt modelId="{23686CB5-0159-4A4F-B792-4D4EAEDC2802}" type="pres">
      <dgm:prSet presAssocID="{C6ABF826-EFFC-4390-8371-E98A61BEFAD8}" presName="sibTrans" presStyleLbl="node1" presStyleIdx="1" presStyleCnt="4"/>
      <dgm:spPr/>
    </dgm:pt>
    <dgm:pt modelId="{E65B8BAC-93C1-4439-9316-506DF15CAD5F}" type="pres">
      <dgm:prSet presAssocID="{2E6EC5EE-9B54-499E-9A5D-EFA66CF960D3}" presName="dummy" presStyleCnt="0"/>
      <dgm:spPr/>
    </dgm:pt>
    <dgm:pt modelId="{8956F852-6954-4516-BD93-D248FDCC660E}" type="pres">
      <dgm:prSet presAssocID="{2E6EC5EE-9B54-499E-9A5D-EFA66CF960D3}" presName="node" presStyleLbl="revTx" presStyleIdx="2" presStyleCnt="4">
        <dgm:presLayoutVars>
          <dgm:bulletEnabled val="1"/>
        </dgm:presLayoutVars>
      </dgm:prSet>
      <dgm:spPr/>
    </dgm:pt>
    <dgm:pt modelId="{D41E5203-D68F-4307-A37A-C7FB2E716D71}" type="pres">
      <dgm:prSet presAssocID="{E26C5DAB-B502-4AAD-839E-DCCEF64C56E6}" presName="sibTrans" presStyleLbl="node1" presStyleIdx="2" presStyleCnt="4"/>
      <dgm:spPr/>
    </dgm:pt>
    <dgm:pt modelId="{3B9677B2-3657-419C-B3D4-712EC40D1C8A}" type="pres">
      <dgm:prSet presAssocID="{5B564D3B-5450-4934-8677-8EC5FD08B5F5}" presName="dummy" presStyleCnt="0"/>
      <dgm:spPr/>
    </dgm:pt>
    <dgm:pt modelId="{A0459F98-977B-4F3C-820D-121F911980BD}" type="pres">
      <dgm:prSet presAssocID="{5B564D3B-5450-4934-8677-8EC5FD08B5F5}" presName="node" presStyleLbl="revTx" presStyleIdx="3" presStyleCnt="4">
        <dgm:presLayoutVars>
          <dgm:bulletEnabled val="1"/>
        </dgm:presLayoutVars>
      </dgm:prSet>
      <dgm:spPr/>
    </dgm:pt>
    <dgm:pt modelId="{440CE0FE-8C4A-422A-995A-9D53FDA0CE20}" type="pres">
      <dgm:prSet presAssocID="{0FA6B623-27D0-4BC8-9BC1-FAEC32DB26AA}" presName="sibTrans" presStyleLbl="node1" presStyleIdx="3" presStyleCnt="4" custLinFactNeighborY="437"/>
      <dgm:spPr/>
    </dgm:pt>
  </dgm:ptLst>
  <dgm:cxnLst>
    <dgm:cxn modelId="{0CB9F008-014A-46DA-93CD-B7A6833187BA}" type="presOf" srcId="{C6ABF826-EFFC-4390-8371-E98A61BEFAD8}" destId="{23686CB5-0159-4A4F-B792-4D4EAEDC2802}" srcOrd="0" destOrd="0" presId="urn:microsoft.com/office/officeart/2005/8/layout/cycle1"/>
    <dgm:cxn modelId="{70F56E6C-BDC3-40DB-BD62-AD3355AD4F1E}" type="presOf" srcId="{1E3D2077-407E-460F-A002-93514E428975}" destId="{5467263F-A94D-41BD-9C79-28F7B6FEC479}" srcOrd="0" destOrd="0" presId="urn:microsoft.com/office/officeart/2005/8/layout/cycle1"/>
    <dgm:cxn modelId="{999BC54F-BE75-4A9D-9653-226508CDB90A}" type="presOf" srcId="{3BE1ED80-5CD1-404C-A428-728F486F33CD}" destId="{5CD898EF-9CEC-471B-B7CE-7F0A9959D969}" srcOrd="0" destOrd="0" presId="urn:microsoft.com/office/officeart/2005/8/layout/cycle1"/>
    <dgm:cxn modelId="{7AE7D775-731B-473D-9A7F-81747B98B0D8}" srcId="{97C56802-2EFE-44E0-B8BB-74719EBF8ED1}" destId="{3BE1ED80-5CD1-404C-A428-728F486F33CD}" srcOrd="1" destOrd="0" parTransId="{7038B432-7BE6-45B4-B23D-0642A3F98C32}" sibTransId="{C6ABF826-EFFC-4390-8371-E98A61BEFAD8}"/>
    <dgm:cxn modelId="{850ED576-4589-4DC9-9A2A-6E0227B538C9}" type="presOf" srcId="{97C56802-2EFE-44E0-B8BB-74719EBF8ED1}" destId="{99CC6CA6-538E-4CB8-B3F6-61FD86DF1B28}" srcOrd="0" destOrd="0" presId="urn:microsoft.com/office/officeart/2005/8/layout/cycle1"/>
    <dgm:cxn modelId="{58BC5079-5F40-4D63-A795-427D99B7BCB0}" type="presOf" srcId="{82246D32-C7E6-444B-BCFB-F0E595D6ECD6}" destId="{C10A8E29-B225-4B36-96D6-C19635F0FB00}" srcOrd="0" destOrd="0" presId="urn:microsoft.com/office/officeart/2005/8/layout/cycle1"/>
    <dgm:cxn modelId="{B81EE281-02D5-4779-B1C6-27387A142E6F}" type="presOf" srcId="{2E6EC5EE-9B54-499E-9A5D-EFA66CF960D3}" destId="{8956F852-6954-4516-BD93-D248FDCC660E}" srcOrd="0" destOrd="0" presId="urn:microsoft.com/office/officeart/2005/8/layout/cycle1"/>
    <dgm:cxn modelId="{A391B98B-72EF-4D70-A0A5-45BF6595ADC8}" type="presOf" srcId="{5B564D3B-5450-4934-8677-8EC5FD08B5F5}" destId="{A0459F98-977B-4F3C-820D-121F911980BD}" srcOrd="0" destOrd="0" presId="urn:microsoft.com/office/officeart/2005/8/layout/cycle1"/>
    <dgm:cxn modelId="{305F6A96-C4A6-4319-B0C1-F182434DD97A}" srcId="{97C56802-2EFE-44E0-B8BB-74719EBF8ED1}" destId="{82246D32-C7E6-444B-BCFB-F0E595D6ECD6}" srcOrd="0" destOrd="0" parTransId="{F472E94A-F9FF-44CF-A8B8-BAFDCC9EDD66}" sibTransId="{1E3D2077-407E-460F-A002-93514E428975}"/>
    <dgm:cxn modelId="{125442A0-4684-44D8-9F55-A10B01006992}" type="presOf" srcId="{E26C5DAB-B502-4AAD-839E-DCCEF64C56E6}" destId="{D41E5203-D68F-4307-A37A-C7FB2E716D71}" srcOrd="0" destOrd="0" presId="urn:microsoft.com/office/officeart/2005/8/layout/cycle1"/>
    <dgm:cxn modelId="{CE0F5FBF-C0AE-4FAB-BD6A-F07C5F4AE49E}" srcId="{97C56802-2EFE-44E0-B8BB-74719EBF8ED1}" destId="{5B564D3B-5450-4934-8677-8EC5FD08B5F5}" srcOrd="3" destOrd="0" parTransId="{AE29573E-4429-4E4B-A4B3-21E00778E2B8}" sibTransId="{0FA6B623-27D0-4BC8-9BC1-FAEC32DB26AA}"/>
    <dgm:cxn modelId="{CD3FA6E1-2752-460E-A990-68133B0B3AE0}" srcId="{97C56802-2EFE-44E0-B8BB-74719EBF8ED1}" destId="{2E6EC5EE-9B54-499E-9A5D-EFA66CF960D3}" srcOrd="2" destOrd="0" parTransId="{144A3512-9687-4EC7-9048-C6E0ADD89A0C}" sibTransId="{E26C5DAB-B502-4AAD-839E-DCCEF64C56E6}"/>
    <dgm:cxn modelId="{6FB55BF5-BF6F-4FCB-A83F-024600A9EE9B}" type="presOf" srcId="{0FA6B623-27D0-4BC8-9BC1-FAEC32DB26AA}" destId="{440CE0FE-8C4A-422A-995A-9D53FDA0CE20}" srcOrd="0" destOrd="0" presId="urn:microsoft.com/office/officeart/2005/8/layout/cycle1"/>
    <dgm:cxn modelId="{EB93C9F5-3ACB-4EB9-8622-6202219F33DA}" type="presParOf" srcId="{99CC6CA6-538E-4CB8-B3F6-61FD86DF1B28}" destId="{17BEFD76-50DB-4550-A664-266BE7EC504B}" srcOrd="0" destOrd="0" presId="urn:microsoft.com/office/officeart/2005/8/layout/cycle1"/>
    <dgm:cxn modelId="{A1E1DA41-B65A-44A6-BFCB-4C554AFB84B9}" type="presParOf" srcId="{99CC6CA6-538E-4CB8-B3F6-61FD86DF1B28}" destId="{C10A8E29-B225-4B36-96D6-C19635F0FB00}" srcOrd="1" destOrd="0" presId="urn:microsoft.com/office/officeart/2005/8/layout/cycle1"/>
    <dgm:cxn modelId="{ABB563E5-3844-492A-B135-01E50A7B1F4C}" type="presParOf" srcId="{99CC6CA6-538E-4CB8-B3F6-61FD86DF1B28}" destId="{5467263F-A94D-41BD-9C79-28F7B6FEC479}" srcOrd="2" destOrd="0" presId="urn:microsoft.com/office/officeart/2005/8/layout/cycle1"/>
    <dgm:cxn modelId="{2D6BA196-4C16-4C3C-8488-85790C427C9F}" type="presParOf" srcId="{99CC6CA6-538E-4CB8-B3F6-61FD86DF1B28}" destId="{64567E35-2B1D-437D-AF64-208E2FA5F407}" srcOrd="3" destOrd="0" presId="urn:microsoft.com/office/officeart/2005/8/layout/cycle1"/>
    <dgm:cxn modelId="{D3E863D0-5488-4ADC-8087-8063B8194567}" type="presParOf" srcId="{99CC6CA6-538E-4CB8-B3F6-61FD86DF1B28}" destId="{5CD898EF-9CEC-471B-B7CE-7F0A9959D969}" srcOrd="4" destOrd="0" presId="urn:microsoft.com/office/officeart/2005/8/layout/cycle1"/>
    <dgm:cxn modelId="{79B6747C-BF3F-4B34-A957-F21672AE1C9C}" type="presParOf" srcId="{99CC6CA6-538E-4CB8-B3F6-61FD86DF1B28}" destId="{23686CB5-0159-4A4F-B792-4D4EAEDC2802}" srcOrd="5" destOrd="0" presId="urn:microsoft.com/office/officeart/2005/8/layout/cycle1"/>
    <dgm:cxn modelId="{11D06F09-553C-4479-8360-96A2C41EDD9C}" type="presParOf" srcId="{99CC6CA6-538E-4CB8-B3F6-61FD86DF1B28}" destId="{E65B8BAC-93C1-4439-9316-506DF15CAD5F}" srcOrd="6" destOrd="0" presId="urn:microsoft.com/office/officeart/2005/8/layout/cycle1"/>
    <dgm:cxn modelId="{5A9A9179-EAFC-47FF-ABC8-4CD2C5E2527F}" type="presParOf" srcId="{99CC6CA6-538E-4CB8-B3F6-61FD86DF1B28}" destId="{8956F852-6954-4516-BD93-D248FDCC660E}" srcOrd="7" destOrd="0" presId="urn:microsoft.com/office/officeart/2005/8/layout/cycle1"/>
    <dgm:cxn modelId="{7B2BBA2C-63B3-4725-BC4D-A557B7DA97A8}" type="presParOf" srcId="{99CC6CA6-538E-4CB8-B3F6-61FD86DF1B28}" destId="{D41E5203-D68F-4307-A37A-C7FB2E716D71}" srcOrd="8" destOrd="0" presId="urn:microsoft.com/office/officeart/2005/8/layout/cycle1"/>
    <dgm:cxn modelId="{D54475A9-307C-4AF7-AF1C-A92756C1A2FA}" type="presParOf" srcId="{99CC6CA6-538E-4CB8-B3F6-61FD86DF1B28}" destId="{3B9677B2-3657-419C-B3D4-712EC40D1C8A}" srcOrd="9" destOrd="0" presId="urn:microsoft.com/office/officeart/2005/8/layout/cycle1"/>
    <dgm:cxn modelId="{F776812D-A8D3-47B2-9C5D-B1CF46F62869}" type="presParOf" srcId="{99CC6CA6-538E-4CB8-B3F6-61FD86DF1B28}" destId="{A0459F98-977B-4F3C-820D-121F911980BD}" srcOrd="10" destOrd="0" presId="urn:microsoft.com/office/officeart/2005/8/layout/cycle1"/>
    <dgm:cxn modelId="{4D99BAC6-4879-4DC6-B932-789FAA26A0DD}" type="presParOf" srcId="{99CC6CA6-538E-4CB8-B3F6-61FD86DF1B28}" destId="{440CE0FE-8C4A-422A-995A-9D53FDA0CE20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EF017E-A4C8-4AEC-AC3E-16BE30D5DAB8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E305D-BFA8-4B26-B7FC-F68C83B235D8}">
      <dgm:prSet phldrT="[Text]" phldr="0"/>
      <dgm:spPr/>
      <dgm:t>
        <a:bodyPr/>
        <a:lstStyle/>
        <a:p>
          <a:r>
            <a:rPr lang="en-US" dirty="0"/>
            <a:t>645k</a:t>
          </a:r>
        </a:p>
      </dgm:t>
    </dgm:pt>
    <dgm:pt modelId="{E6EEAD4A-AE76-42E8-8EC0-25F5CFCFD820}" type="parTrans" cxnId="{23AD63E7-6E91-4902-A8AD-B91004BA953B}">
      <dgm:prSet/>
      <dgm:spPr/>
      <dgm:t>
        <a:bodyPr/>
        <a:lstStyle/>
        <a:p>
          <a:endParaRPr lang="en-US"/>
        </a:p>
      </dgm:t>
    </dgm:pt>
    <dgm:pt modelId="{96F766CA-7491-4979-8EC1-8B6042A0C2BA}" type="sibTrans" cxnId="{23AD63E7-6E91-4902-A8AD-B91004BA953B}">
      <dgm:prSet/>
      <dgm:spPr/>
      <dgm:t>
        <a:bodyPr/>
        <a:lstStyle/>
        <a:p>
          <a:endParaRPr lang="en-US"/>
        </a:p>
      </dgm:t>
    </dgm:pt>
    <dgm:pt modelId="{FCCB5194-526F-487B-82FB-BB46210F2C55}">
      <dgm:prSet phldrT="[Text]" phldr="0"/>
      <dgm:spPr/>
      <dgm:t>
        <a:bodyPr/>
        <a:lstStyle/>
        <a:p>
          <a:r>
            <a:rPr lang="en-US" dirty="0"/>
            <a:t>29%</a:t>
          </a:r>
        </a:p>
      </dgm:t>
    </dgm:pt>
    <dgm:pt modelId="{E4E9C823-A72A-4530-ADF9-4734E28DE21D}" type="parTrans" cxnId="{8C88E31F-729C-4812-BDA9-32BE5DBEFAD8}">
      <dgm:prSet/>
      <dgm:spPr/>
      <dgm:t>
        <a:bodyPr/>
        <a:lstStyle/>
        <a:p>
          <a:endParaRPr lang="en-US"/>
        </a:p>
      </dgm:t>
    </dgm:pt>
    <dgm:pt modelId="{A9ACECA3-3C19-474A-8FE6-0238E90D48D3}" type="sibTrans" cxnId="{8C88E31F-729C-4812-BDA9-32BE5DBEFAD8}">
      <dgm:prSet/>
      <dgm:spPr/>
      <dgm:t>
        <a:bodyPr/>
        <a:lstStyle/>
        <a:p>
          <a:endParaRPr lang="en-US"/>
        </a:p>
      </dgm:t>
    </dgm:pt>
    <dgm:pt modelId="{385F9D95-79FC-4A58-B08A-D540C1B474BA}">
      <dgm:prSet phldrT="[Text]" phldr="0"/>
      <dgm:spPr/>
      <dgm:t>
        <a:bodyPr/>
        <a:lstStyle/>
        <a:p>
          <a:r>
            <a:rPr lang="en-US" dirty="0"/>
            <a:t>187k</a:t>
          </a:r>
        </a:p>
      </dgm:t>
    </dgm:pt>
    <dgm:pt modelId="{25598453-F1A0-4BEA-92E3-A77F72F59B30}" type="parTrans" cxnId="{7ED94DCA-98A3-490D-A2B3-03E8880F2C8E}">
      <dgm:prSet/>
      <dgm:spPr/>
      <dgm:t>
        <a:bodyPr/>
        <a:lstStyle/>
        <a:p>
          <a:endParaRPr lang="en-US"/>
        </a:p>
      </dgm:t>
    </dgm:pt>
    <dgm:pt modelId="{83F0BE61-99A2-4CD3-9E40-AF97D868D016}" type="sibTrans" cxnId="{7ED94DCA-98A3-490D-A2B3-03E8880F2C8E}">
      <dgm:prSet/>
      <dgm:spPr/>
      <dgm:t>
        <a:bodyPr/>
        <a:lstStyle/>
        <a:p>
          <a:endParaRPr lang="en-US"/>
        </a:p>
      </dgm:t>
    </dgm:pt>
    <dgm:pt modelId="{F3C5460C-ED15-4E0D-AC37-C8D7CEACC3CE}" type="pres">
      <dgm:prSet presAssocID="{B6EF017E-A4C8-4AEC-AC3E-16BE30D5DAB8}" presName="linearFlow" presStyleCnt="0">
        <dgm:presLayoutVars>
          <dgm:dir/>
          <dgm:resizeHandles val="exact"/>
        </dgm:presLayoutVars>
      </dgm:prSet>
      <dgm:spPr/>
    </dgm:pt>
    <dgm:pt modelId="{B8F2B070-5E75-4E93-993A-526D3E88980C}" type="pres">
      <dgm:prSet presAssocID="{C91E305D-BFA8-4B26-B7FC-F68C83B235D8}" presName="node" presStyleLbl="node1" presStyleIdx="0" presStyleCnt="3">
        <dgm:presLayoutVars>
          <dgm:bulletEnabled val="1"/>
        </dgm:presLayoutVars>
      </dgm:prSet>
      <dgm:spPr/>
    </dgm:pt>
    <dgm:pt modelId="{EBEEF462-2CBF-407F-B324-98AAAF78111B}" type="pres">
      <dgm:prSet presAssocID="{96F766CA-7491-4979-8EC1-8B6042A0C2BA}" presName="spacerL" presStyleCnt="0"/>
      <dgm:spPr/>
    </dgm:pt>
    <dgm:pt modelId="{3B3D606B-8FC2-422E-89A0-2A54C9872FD3}" type="pres">
      <dgm:prSet presAssocID="{96F766CA-7491-4979-8EC1-8B6042A0C2BA}" presName="sibTrans" presStyleLbl="sibTrans2D1" presStyleIdx="0" presStyleCnt="2"/>
      <dgm:spPr>
        <a:prstGeom prst="mathMultiply">
          <a:avLst/>
        </a:prstGeom>
      </dgm:spPr>
    </dgm:pt>
    <dgm:pt modelId="{042EDDA6-6197-4945-9147-3D73641A27E2}" type="pres">
      <dgm:prSet presAssocID="{96F766CA-7491-4979-8EC1-8B6042A0C2BA}" presName="spacerR" presStyleCnt="0"/>
      <dgm:spPr/>
    </dgm:pt>
    <dgm:pt modelId="{219CB490-64E8-4EE6-B753-1F3A0A0E0158}" type="pres">
      <dgm:prSet presAssocID="{FCCB5194-526F-487B-82FB-BB46210F2C55}" presName="node" presStyleLbl="node1" presStyleIdx="1" presStyleCnt="3">
        <dgm:presLayoutVars>
          <dgm:bulletEnabled val="1"/>
        </dgm:presLayoutVars>
      </dgm:prSet>
      <dgm:spPr/>
    </dgm:pt>
    <dgm:pt modelId="{E123580D-0630-47F5-93B3-7C95CDB570C1}" type="pres">
      <dgm:prSet presAssocID="{A9ACECA3-3C19-474A-8FE6-0238E90D48D3}" presName="spacerL" presStyleCnt="0"/>
      <dgm:spPr/>
    </dgm:pt>
    <dgm:pt modelId="{F94947EE-3C60-4630-8D20-04B5F6E29D5B}" type="pres">
      <dgm:prSet presAssocID="{A9ACECA3-3C19-474A-8FE6-0238E90D48D3}" presName="sibTrans" presStyleLbl="sibTrans2D1" presStyleIdx="1" presStyleCnt="2"/>
      <dgm:spPr/>
    </dgm:pt>
    <dgm:pt modelId="{D0642344-5F41-467E-A653-7F113E068A70}" type="pres">
      <dgm:prSet presAssocID="{A9ACECA3-3C19-474A-8FE6-0238E90D48D3}" presName="spacerR" presStyleCnt="0"/>
      <dgm:spPr/>
    </dgm:pt>
    <dgm:pt modelId="{7BABF50C-7BA8-4860-9CD9-5FC04A4AD803}" type="pres">
      <dgm:prSet presAssocID="{385F9D95-79FC-4A58-B08A-D540C1B474BA}" presName="node" presStyleLbl="node1" presStyleIdx="2" presStyleCnt="3">
        <dgm:presLayoutVars>
          <dgm:bulletEnabled val="1"/>
        </dgm:presLayoutVars>
      </dgm:prSet>
      <dgm:spPr/>
    </dgm:pt>
  </dgm:ptLst>
  <dgm:cxnLst>
    <dgm:cxn modelId="{1B35DC1E-FBBD-4940-8087-012C5184386B}" type="presOf" srcId="{C91E305D-BFA8-4B26-B7FC-F68C83B235D8}" destId="{B8F2B070-5E75-4E93-993A-526D3E88980C}" srcOrd="0" destOrd="0" presId="urn:microsoft.com/office/officeart/2005/8/layout/equation1"/>
    <dgm:cxn modelId="{8C88E31F-729C-4812-BDA9-32BE5DBEFAD8}" srcId="{B6EF017E-A4C8-4AEC-AC3E-16BE30D5DAB8}" destId="{FCCB5194-526F-487B-82FB-BB46210F2C55}" srcOrd="1" destOrd="0" parTransId="{E4E9C823-A72A-4530-ADF9-4734E28DE21D}" sibTransId="{A9ACECA3-3C19-474A-8FE6-0238E90D48D3}"/>
    <dgm:cxn modelId="{F3E07D25-BD07-4835-85B8-AE2BF5F30302}" type="presOf" srcId="{B6EF017E-A4C8-4AEC-AC3E-16BE30D5DAB8}" destId="{F3C5460C-ED15-4E0D-AC37-C8D7CEACC3CE}" srcOrd="0" destOrd="0" presId="urn:microsoft.com/office/officeart/2005/8/layout/equation1"/>
    <dgm:cxn modelId="{550BEC47-2468-4F3E-88C1-D92BDC9CBFFD}" type="presOf" srcId="{FCCB5194-526F-487B-82FB-BB46210F2C55}" destId="{219CB490-64E8-4EE6-B753-1F3A0A0E0158}" srcOrd="0" destOrd="0" presId="urn:microsoft.com/office/officeart/2005/8/layout/equation1"/>
    <dgm:cxn modelId="{0AC15E49-4851-4CA5-81A6-996D0BF13FD4}" type="presOf" srcId="{A9ACECA3-3C19-474A-8FE6-0238E90D48D3}" destId="{F94947EE-3C60-4630-8D20-04B5F6E29D5B}" srcOrd="0" destOrd="0" presId="urn:microsoft.com/office/officeart/2005/8/layout/equation1"/>
    <dgm:cxn modelId="{7ED94DCA-98A3-490D-A2B3-03E8880F2C8E}" srcId="{B6EF017E-A4C8-4AEC-AC3E-16BE30D5DAB8}" destId="{385F9D95-79FC-4A58-B08A-D540C1B474BA}" srcOrd="2" destOrd="0" parTransId="{25598453-F1A0-4BEA-92E3-A77F72F59B30}" sibTransId="{83F0BE61-99A2-4CD3-9E40-AF97D868D016}"/>
    <dgm:cxn modelId="{86C8E2E2-A89C-429D-8FDE-F8BB9438E059}" type="presOf" srcId="{385F9D95-79FC-4A58-B08A-D540C1B474BA}" destId="{7BABF50C-7BA8-4860-9CD9-5FC04A4AD803}" srcOrd="0" destOrd="0" presId="urn:microsoft.com/office/officeart/2005/8/layout/equation1"/>
    <dgm:cxn modelId="{0689A3E5-78F3-4CAA-A1C7-E9B649740FB2}" type="presOf" srcId="{96F766CA-7491-4979-8EC1-8B6042A0C2BA}" destId="{3B3D606B-8FC2-422E-89A0-2A54C9872FD3}" srcOrd="0" destOrd="0" presId="urn:microsoft.com/office/officeart/2005/8/layout/equation1"/>
    <dgm:cxn modelId="{23AD63E7-6E91-4902-A8AD-B91004BA953B}" srcId="{B6EF017E-A4C8-4AEC-AC3E-16BE30D5DAB8}" destId="{C91E305D-BFA8-4B26-B7FC-F68C83B235D8}" srcOrd="0" destOrd="0" parTransId="{E6EEAD4A-AE76-42E8-8EC0-25F5CFCFD820}" sibTransId="{96F766CA-7491-4979-8EC1-8B6042A0C2BA}"/>
    <dgm:cxn modelId="{1B45F693-C2EB-47E1-94C6-F12AAB8AB1F7}" type="presParOf" srcId="{F3C5460C-ED15-4E0D-AC37-C8D7CEACC3CE}" destId="{B8F2B070-5E75-4E93-993A-526D3E88980C}" srcOrd="0" destOrd="0" presId="urn:microsoft.com/office/officeart/2005/8/layout/equation1"/>
    <dgm:cxn modelId="{3561DC6E-154D-4D53-BE3F-276FB12D58AC}" type="presParOf" srcId="{F3C5460C-ED15-4E0D-AC37-C8D7CEACC3CE}" destId="{EBEEF462-2CBF-407F-B324-98AAAF78111B}" srcOrd="1" destOrd="0" presId="urn:microsoft.com/office/officeart/2005/8/layout/equation1"/>
    <dgm:cxn modelId="{E91AF300-A380-47A8-8345-F0809A7470F2}" type="presParOf" srcId="{F3C5460C-ED15-4E0D-AC37-C8D7CEACC3CE}" destId="{3B3D606B-8FC2-422E-89A0-2A54C9872FD3}" srcOrd="2" destOrd="0" presId="urn:microsoft.com/office/officeart/2005/8/layout/equation1"/>
    <dgm:cxn modelId="{DB03E6F3-776D-49A1-928C-E1ED19E534A4}" type="presParOf" srcId="{F3C5460C-ED15-4E0D-AC37-C8D7CEACC3CE}" destId="{042EDDA6-6197-4945-9147-3D73641A27E2}" srcOrd="3" destOrd="0" presId="urn:microsoft.com/office/officeart/2005/8/layout/equation1"/>
    <dgm:cxn modelId="{282B3FDE-076A-4B47-9D0E-BDE58C17D423}" type="presParOf" srcId="{F3C5460C-ED15-4E0D-AC37-C8D7CEACC3CE}" destId="{219CB490-64E8-4EE6-B753-1F3A0A0E0158}" srcOrd="4" destOrd="0" presId="urn:microsoft.com/office/officeart/2005/8/layout/equation1"/>
    <dgm:cxn modelId="{598681C4-6E30-4C42-BBC6-5360EC4248CD}" type="presParOf" srcId="{F3C5460C-ED15-4E0D-AC37-C8D7CEACC3CE}" destId="{E123580D-0630-47F5-93B3-7C95CDB570C1}" srcOrd="5" destOrd="0" presId="urn:microsoft.com/office/officeart/2005/8/layout/equation1"/>
    <dgm:cxn modelId="{DDE60D8C-22BD-45F9-A5FF-44FF2A548527}" type="presParOf" srcId="{F3C5460C-ED15-4E0D-AC37-C8D7CEACC3CE}" destId="{F94947EE-3C60-4630-8D20-04B5F6E29D5B}" srcOrd="6" destOrd="0" presId="urn:microsoft.com/office/officeart/2005/8/layout/equation1"/>
    <dgm:cxn modelId="{4082CD0F-F028-4ACD-BF2E-1C92DF696A0B}" type="presParOf" srcId="{F3C5460C-ED15-4E0D-AC37-C8D7CEACC3CE}" destId="{D0642344-5F41-467E-A653-7F113E068A70}" srcOrd="7" destOrd="0" presId="urn:microsoft.com/office/officeart/2005/8/layout/equation1"/>
    <dgm:cxn modelId="{D92AE100-997B-481E-A931-6095B68E4C4D}" type="presParOf" srcId="{F3C5460C-ED15-4E0D-AC37-C8D7CEACC3CE}" destId="{7BABF50C-7BA8-4860-9CD9-5FC04A4AD803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6EF017E-A4C8-4AEC-AC3E-16BE30D5DAB8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E305D-BFA8-4B26-B7FC-F68C83B235D8}">
      <dgm:prSet phldrT="[Text]" phldr="0"/>
      <dgm:spPr/>
      <dgm:t>
        <a:bodyPr/>
        <a:lstStyle/>
        <a:p>
          <a:r>
            <a:rPr lang="en-US" dirty="0"/>
            <a:t>233K</a:t>
          </a:r>
        </a:p>
      </dgm:t>
    </dgm:pt>
    <dgm:pt modelId="{E6EEAD4A-AE76-42E8-8EC0-25F5CFCFD820}" type="parTrans" cxnId="{23AD63E7-6E91-4902-A8AD-B91004BA953B}">
      <dgm:prSet/>
      <dgm:spPr/>
      <dgm:t>
        <a:bodyPr/>
        <a:lstStyle/>
        <a:p>
          <a:endParaRPr lang="en-US"/>
        </a:p>
      </dgm:t>
    </dgm:pt>
    <dgm:pt modelId="{96F766CA-7491-4979-8EC1-8B6042A0C2BA}" type="sibTrans" cxnId="{23AD63E7-6E91-4902-A8AD-B91004BA953B}">
      <dgm:prSet/>
      <dgm:spPr/>
      <dgm:t>
        <a:bodyPr/>
        <a:lstStyle/>
        <a:p>
          <a:endParaRPr lang="en-US"/>
        </a:p>
      </dgm:t>
    </dgm:pt>
    <dgm:pt modelId="{FCCB5194-526F-487B-82FB-BB46210F2C55}">
      <dgm:prSet phldrT="[Text]" phldr="0"/>
      <dgm:spPr/>
      <dgm:t>
        <a:bodyPr/>
        <a:lstStyle/>
        <a:p>
          <a:r>
            <a:rPr lang="en-US" dirty="0"/>
            <a:t>72%</a:t>
          </a:r>
        </a:p>
      </dgm:t>
    </dgm:pt>
    <dgm:pt modelId="{E4E9C823-A72A-4530-ADF9-4734E28DE21D}" type="parTrans" cxnId="{8C88E31F-729C-4812-BDA9-32BE5DBEFAD8}">
      <dgm:prSet/>
      <dgm:spPr/>
      <dgm:t>
        <a:bodyPr/>
        <a:lstStyle/>
        <a:p>
          <a:endParaRPr lang="en-US"/>
        </a:p>
      </dgm:t>
    </dgm:pt>
    <dgm:pt modelId="{A9ACECA3-3C19-474A-8FE6-0238E90D48D3}" type="sibTrans" cxnId="{8C88E31F-729C-4812-BDA9-32BE5DBEFAD8}">
      <dgm:prSet/>
      <dgm:spPr/>
      <dgm:t>
        <a:bodyPr/>
        <a:lstStyle/>
        <a:p>
          <a:endParaRPr lang="en-US"/>
        </a:p>
      </dgm:t>
    </dgm:pt>
    <dgm:pt modelId="{385F9D95-79FC-4A58-B08A-D540C1B474BA}">
      <dgm:prSet phldrT="[Text]" phldr="0"/>
      <dgm:spPr/>
      <dgm:t>
        <a:bodyPr/>
        <a:lstStyle/>
        <a:p>
          <a:r>
            <a:rPr lang="en-US" dirty="0"/>
            <a:t>167k</a:t>
          </a:r>
        </a:p>
      </dgm:t>
    </dgm:pt>
    <dgm:pt modelId="{25598453-F1A0-4BEA-92E3-A77F72F59B30}" type="parTrans" cxnId="{7ED94DCA-98A3-490D-A2B3-03E8880F2C8E}">
      <dgm:prSet/>
      <dgm:spPr/>
      <dgm:t>
        <a:bodyPr/>
        <a:lstStyle/>
        <a:p>
          <a:endParaRPr lang="en-US"/>
        </a:p>
      </dgm:t>
    </dgm:pt>
    <dgm:pt modelId="{83F0BE61-99A2-4CD3-9E40-AF97D868D016}" type="sibTrans" cxnId="{7ED94DCA-98A3-490D-A2B3-03E8880F2C8E}">
      <dgm:prSet/>
      <dgm:spPr/>
      <dgm:t>
        <a:bodyPr/>
        <a:lstStyle/>
        <a:p>
          <a:endParaRPr lang="en-US"/>
        </a:p>
      </dgm:t>
    </dgm:pt>
    <dgm:pt modelId="{F3C5460C-ED15-4E0D-AC37-C8D7CEACC3CE}" type="pres">
      <dgm:prSet presAssocID="{B6EF017E-A4C8-4AEC-AC3E-16BE30D5DAB8}" presName="linearFlow" presStyleCnt="0">
        <dgm:presLayoutVars>
          <dgm:dir/>
          <dgm:resizeHandles val="exact"/>
        </dgm:presLayoutVars>
      </dgm:prSet>
      <dgm:spPr/>
    </dgm:pt>
    <dgm:pt modelId="{B8F2B070-5E75-4E93-993A-526D3E88980C}" type="pres">
      <dgm:prSet presAssocID="{C91E305D-BFA8-4B26-B7FC-F68C83B235D8}" presName="node" presStyleLbl="node1" presStyleIdx="0" presStyleCnt="3">
        <dgm:presLayoutVars>
          <dgm:bulletEnabled val="1"/>
        </dgm:presLayoutVars>
      </dgm:prSet>
      <dgm:spPr/>
    </dgm:pt>
    <dgm:pt modelId="{EBEEF462-2CBF-407F-B324-98AAAF78111B}" type="pres">
      <dgm:prSet presAssocID="{96F766CA-7491-4979-8EC1-8B6042A0C2BA}" presName="spacerL" presStyleCnt="0"/>
      <dgm:spPr/>
    </dgm:pt>
    <dgm:pt modelId="{3B3D606B-8FC2-422E-89A0-2A54C9872FD3}" type="pres">
      <dgm:prSet presAssocID="{96F766CA-7491-4979-8EC1-8B6042A0C2BA}" presName="sibTrans" presStyleLbl="sibTrans2D1" presStyleIdx="0" presStyleCnt="2"/>
      <dgm:spPr>
        <a:prstGeom prst="mathMultiply">
          <a:avLst/>
        </a:prstGeom>
      </dgm:spPr>
    </dgm:pt>
    <dgm:pt modelId="{042EDDA6-6197-4945-9147-3D73641A27E2}" type="pres">
      <dgm:prSet presAssocID="{96F766CA-7491-4979-8EC1-8B6042A0C2BA}" presName="spacerR" presStyleCnt="0"/>
      <dgm:spPr/>
    </dgm:pt>
    <dgm:pt modelId="{219CB490-64E8-4EE6-B753-1F3A0A0E0158}" type="pres">
      <dgm:prSet presAssocID="{FCCB5194-526F-487B-82FB-BB46210F2C55}" presName="node" presStyleLbl="node1" presStyleIdx="1" presStyleCnt="3">
        <dgm:presLayoutVars>
          <dgm:bulletEnabled val="1"/>
        </dgm:presLayoutVars>
      </dgm:prSet>
      <dgm:spPr/>
    </dgm:pt>
    <dgm:pt modelId="{E123580D-0630-47F5-93B3-7C95CDB570C1}" type="pres">
      <dgm:prSet presAssocID="{A9ACECA3-3C19-474A-8FE6-0238E90D48D3}" presName="spacerL" presStyleCnt="0"/>
      <dgm:spPr/>
    </dgm:pt>
    <dgm:pt modelId="{F94947EE-3C60-4630-8D20-04B5F6E29D5B}" type="pres">
      <dgm:prSet presAssocID="{A9ACECA3-3C19-474A-8FE6-0238E90D48D3}" presName="sibTrans" presStyleLbl="sibTrans2D1" presStyleIdx="1" presStyleCnt="2"/>
      <dgm:spPr/>
    </dgm:pt>
    <dgm:pt modelId="{D0642344-5F41-467E-A653-7F113E068A70}" type="pres">
      <dgm:prSet presAssocID="{A9ACECA3-3C19-474A-8FE6-0238E90D48D3}" presName="spacerR" presStyleCnt="0"/>
      <dgm:spPr/>
    </dgm:pt>
    <dgm:pt modelId="{7BABF50C-7BA8-4860-9CD9-5FC04A4AD803}" type="pres">
      <dgm:prSet presAssocID="{385F9D95-79FC-4A58-B08A-D540C1B474BA}" presName="node" presStyleLbl="node1" presStyleIdx="2" presStyleCnt="3">
        <dgm:presLayoutVars>
          <dgm:bulletEnabled val="1"/>
        </dgm:presLayoutVars>
      </dgm:prSet>
      <dgm:spPr/>
    </dgm:pt>
  </dgm:ptLst>
  <dgm:cxnLst>
    <dgm:cxn modelId="{1B35DC1E-FBBD-4940-8087-012C5184386B}" type="presOf" srcId="{C91E305D-BFA8-4B26-B7FC-F68C83B235D8}" destId="{B8F2B070-5E75-4E93-993A-526D3E88980C}" srcOrd="0" destOrd="0" presId="urn:microsoft.com/office/officeart/2005/8/layout/equation1"/>
    <dgm:cxn modelId="{8C88E31F-729C-4812-BDA9-32BE5DBEFAD8}" srcId="{B6EF017E-A4C8-4AEC-AC3E-16BE30D5DAB8}" destId="{FCCB5194-526F-487B-82FB-BB46210F2C55}" srcOrd="1" destOrd="0" parTransId="{E4E9C823-A72A-4530-ADF9-4734E28DE21D}" sibTransId="{A9ACECA3-3C19-474A-8FE6-0238E90D48D3}"/>
    <dgm:cxn modelId="{F3E07D25-BD07-4835-85B8-AE2BF5F30302}" type="presOf" srcId="{B6EF017E-A4C8-4AEC-AC3E-16BE30D5DAB8}" destId="{F3C5460C-ED15-4E0D-AC37-C8D7CEACC3CE}" srcOrd="0" destOrd="0" presId="urn:microsoft.com/office/officeart/2005/8/layout/equation1"/>
    <dgm:cxn modelId="{550BEC47-2468-4F3E-88C1-D92BDC9CBFFD}" type="presOf" srcId="{FCCB5194-526F-487B-82FB-BB46210F2C55}" destId="{219CB490-64E8-4EE6-B753-1F3A0A0E0158}" srcOrd="0" destOrd="0" presId="urn:microsoft.com/office/officeart/2005/8/layout/equation1"/>
    <dgm:cxn modelId="{0AC15E49-4851-4CA5-81A6-996D0BF13FD4}" type="presOf" srcId="{A9ACECA3-3C19-474A-8FE6-0238E90D48D3}" destId="{F94947EE-3C60-4630-8D20-04B5F6E29D5B}" srcOrd="0" destOrd="0" presId="urn:microsoft.com/office/officeart/2005/8/layout/equation1"/>
    <dgm:cxn modelId="{7ED94DCA-98A3-490D-A2B3-03E8880F2C8E}" srcId="{B6EF017E-A4C8-4AEC-AC3E-16BE30D5DAB8}" destId="{385F9D95-79FC-4A58-B08A-D540C1B474BA}" srcOrd="2" destOrd="0" parTransId="{25598453-F1A0-4BEA-92E3-A77F72F59B30}" sibTransId="{83F0BE61-99A2-4CD3-9E40-AF97D868D016}"/>
    <dgm:cxn modelId="{86C8E2E2-A89C-429D-8FDE-F8BB9438E059}" type="presOf" srcId="{385F9D95-79FC-4A58-B08A-D540C1B474BA}" destId="{7BABF50C-7BA8-4860-9CD9-5FC04A4AD803}" srcOrd="0" destOrd="0" presId="urn:microsoft.com/office/officeart/2005/8/layout/equation1"/>
    <dgm:cxn modelId="{0689A3E5-78F3-4CAA-A1C7-E9B649740FB2}" type="presOf" srcId="{96F766CA-7491-4979-8EC1-8B6042A0C2BA}" destId="{3B3D606B-8FC2-422E-89A0-2A54C9872FD3}" srcOrd="0" destOrd="0" presId="urn:microsoft.com/office/officeart/2005/8/layout/equation1"/>
    <dgm:cxn modelId="{23AD63E7-6E91-4902-A8AD-B91004BA953B}" srcId="{B6EF017E-A4C8-4AEC-AC3E-16BE30D5DAB8}" destId="{C91E305D-BFA8-4B26-B7FC-F68C83B235D8}" srcOrd="0" destOrd="0" parTransId="{E6EEAD4A-AE76-42E8-8EC0-25F5CFCFD820}" sibTransId="{96F766CA-7491-4979-8EC1-8B6042A0C2BA}"/>
    <dgm:cxn modelId="{1B45F693-C2EB-47E1-94C6-F12AAB8AB1F7}" type="presParOf" srcId="{F3C5460C-ED15-4E0D-AC37-C8D7CEACC3CE}" destId="{B8F2B070-5E75-4E93-993A-526D3E88980C}" srcOrd="0" destOrd="0" presId="urn:microsoft.com/office/officeart/2005/8/layout/equation1"/>
    <dgm:cxn modelId="{3561DC6E-154D-4D53-BE3F-276FB12D58AC}" type="presParOf" srcId="{F3C5460C-ED15-4E0D-AC37-C8D7CEACC3CE}" destId="{EBEEF462-2CBF-407F-B324-98AAAF78111B}" srcOrd="1" destOrd="0" presId="urn:microsoft.com/office/officeart/2005/8/layout/equation1"/>
    <dgm:cxn modelId="{E91AF300-A380-47A8-8345-F0809A7470F2}" type="presParOf" srcId="{F3C5460C-ED15-4E0D-AC37-C8D7CEACC3CE}" destId="{3B3D606B-8FC2-422E-89A0-2A54C9872FD3}" srcOrd="2" destOrd="0" presId="urn:microsoft.com/office/officeart/2005/8/layout/equation1"/>
    <dgm:cxn modelId="{DB03E6F3-776D-49A1-928C-E1ED19E534A4}" type="presParOf" srcId="{F3C5460C-ED15-4E0D-AC37-C8D7CEACC3CE}" destId="{042EDDA6-6197-4945-9147-3D73641A27E2}" srcOrd="3" destOrd="0" presId="urn:microsoft.com/office/officeart/2005/8/layout/equation1"/>
    <dgm:cxn modelId="{282B3FDE-076A-4B47-9D0E-BDE58C17D423}" type="presParOf" srcId="{F3C5460C-ED15-4E0D-AC37-C8D7CEACC3CE}" destId="{219CB490-64E8-4EE6-B753-1F3A0A0E0158}" srcOrd="4" destOrd="0" presId="urn:microsoft.com/office/officeart/2005/8/layout/equation1"/>
    <dgm:cxn modelId="{598681C4-6E30-4C42-BBC6-5360EC4248CD}" type="presParOf" srcId="{F3C5460C-ED15-4E0D-AC37-C8D7CEACC3CE}" destId="{E123580D-0630-47F5-93B3-7C95CDB570C1}" srcOrd="5" destOrd="0" presId="urn:microsoft.com/office/officeart/2005/8/layout/equation1"/>
    <dgm:cxn modelId="{DDE60D8C-22BD-45F9-A5FF-44FF2A548527}" type="presParOf" srcId="{F3C5460C-ED15-4E0D-AC37-C8D7CEACC3CE}" destId="{F94947EE-3C60-4630-8D20-04B5F6E29D5B}" srcOrd="6" destOrd="0" presId="urn:microsoft.com/office/officeart/2005/8/layout/equation1"/>
    <dgm:cxn modelId="{4082CD0F-F028-4ACD-BF2E-1C92DF696A0B}" type="presParOf" srcId="{F3C5460C-ED15-4E0D-AC37-C8D7CEACC3CE}" destId="{D0642344-5F41-467E-A653-7F113E068A70}" srcOrd="7" destOrd="0" presId="urn:microsoft.com/office/officeart/2005/8/layout/equation1"/>
    <dgm:cxn modelId="{D92AE100-997B-481E-A931-6095B68E4C4D}" type="presParOf" srcId="{F3C5460C-ED15-4E0D-AC37-C8D7CEACC3CE}" destId="{7BABF50C-7BA8-4860-9CD9-5FC04A4AD803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6EF017E-A4C8-4AEC-AC3E-16BE30D5DAB8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E305D-BFA8-4B26-B7FC-F68C83B235D8}">
      <dgm:prSet phldrT="[Text]" phldr="0"/>
      <dgm:spPr/>
      <dgm:t>
        <a:bodyPr/>
        <a:lstStyle/>
        <a:p>
          <a:r>
            <a:rPr lang="en-US" dirty="0"/>
            <a:t>645k</a:t>
          </a:r>
        </a:p>
      </dgm:t>
    </dgm:pt>
    <dgm:pt modelId="{E6EEAD4A-AE76-42E8-8EC0-25F5CFCFD820}" type="parTrans" cxnId="{23AD63E7-6E91-4902-A8AD-B91004BA953B}">
      <dgm:prSet/>
      <dgm:spPr/>
      <dgm:t>
        <a:bodyPr/>
        <a:lstStyle/>
        <a:p>
          <a:endParaRPr lang="en-US"/>
        </a:p>
      </dgm:t>
    </dgm:pt>
    <dgm:pt modelId="{96F766CA-7491-4979-8EC1-8B6042A0C2BA}" type="sibTrans" cxnId="{23AD63E7-6E91-4902-A8AD-B91004BA953B}">
      <dgm:prSet/>
      <dgm:spPr/>
      <dgm:t>
        <a:bodyPr/>
        <a:lstStyle/>
        <a:p>
          <a:endParaRPr lang="en-US"/>
        </a:p>
      </dgm:t>
    </dgm:pt>
    <dgm:pt modelId="{FCCB5194-526F-487B-82FB-BB46210F2C55}">
      <dgm:prSet phldrT="[Text]" phldr="0"/>
      <dgm:spPr/>
      <dgm:t>
        <a:bodyPr/>
        <a:lstStyle/>
        <a:p>
          <a:r>
            <a:rPr lang="en-US" dirty="0"/>
            <a:t>29%</a:t>
          </a:r>
        </a:p>
      </dgm:t>
    </dgm:pt>
    <dgm:pt modelId="{E4E9C823-A72A-4530-ADF9-4734E28DE21D}" type="parTrans" cxnId="{8C88E31F-729C-4812-BDA9-32BE5DBEFAD8}">
      <dgm:prSet/>
      <dgm:spPr/>
      <dgm:t>
        <a:bodyPr/>
        <a:lstStyle/>
        <a:p>
          <a:endParaRPr lang="en-US"/>
        </a:p>
      </dgm:t>
    </dgm:pt>
    <dgm:pt modelId="{A9ACECA3-3C19-474A-8FE6-0238E90D48D3}" type="sibTrans" cxnId="{8C88E31F-729C-4812-BDA9-32BE5DBEFAD8}">
      <dgm:prSet/>
      <dgm:spPr/>
      <dgm:t>
        <a:bodyPr/>
        <a:lstStyle/>
        <a:p>
          <a:endParaRPr lang="en-US"/>
        </a:p>
      </dgm:t>
    </dgm:pt>
    <dgm:pt modelId="{385F9D95-79FC-4A58-B08A-D540C1B474BA}">
      <dgm:prSet phldrT="[Text]" phldr="0"/>
      <dgm:spPr/>
      <dgm:t>
        <a:bodyPr/>
        <a:lstStyle/>
        <a:p>
          <a:r>
            <a:rPr lang="en-US" dirty="0"/>
            <a:t>187k</a:t>
          </a:r>
        </a:p>
      </dgm:t>
    </dgm:pt>
    <dgm:pt modelId="{25598453-F1A0-4BEA-92E3-A77F72F59B30}" type="parTrans" cxnId="{7ED94DCA-98A3-490D-A2B3-03E8880F2C8E}">
      <dgm:prSet/>
      <dgm:spPr/>
      <dgm:t>
        <a:bodyPr/>
        <a:lstStyle/>
        <a:p>
          <a:endParaRPr lang="en-US"/>
        </a:p>
      </dgm:t>
    </dgm:pt>
    <dgm:pt modelId="{83F0BE61-99A2-4CD3-9E40-AF97D868D016}" type="sibTrans" cxnId="{7ED94DCA-98A3-490D-A2B3-03E8880F2C8E}">
      <dgm:prSet/>
      <dgm:spPr/>
      <dgm:t>
        <a:bodyPr/>
        <a:lstStyle/>
        <a:p>
          <a:endParaRPr lang="en-US"/>
        </a:p>
      </dgm:t>
    </dgm:pt>
    <dgm:pt modelId="{F3C5460C-ED15-4E0D-AC37-C8D7CEACC3CE}" type="pres">
      <dgm:prSet presAssocID="{B6EF017E-A4C8-4AEC-AC3E-16BE30D5DAB8}" presName="linearFlow" presStyleCnt="0">
        <dgm:presLayoutVars>
          <dgm:dir/>
          <dgm:resizeHandles val="exact"/>
        </dgm:presLayoutVars>
      </dgm:prSet>
      <dgm:spPr/>
    </dgm:pt>
    <dgm:pt modelId="{B8F2B070-5E75-4E93-993A-526D3E88980C}" type="pres">
      <dgm:prSet presAssocID="{C91E305D-BFA8-4B26-B7FC-F68C83B235D8}" presName="node" presStyleLbl="node1" presStyleIdx="0" presStyleCnt="3">
        <dgm:presLayoutVars>
          <dgm:bulletEnabled val="1"/>
        </dgm:presLayoutVars>
      </dgm:prSet>
      <dgm:spPr/>
    </dgm:pt>
    <dgm:pt modelId="{EBEEF462-2CBF-407F-B324-98AAAF78111B}" type="pres">
      <dgm:prSet presAssocID="{96F766CA-7491-4979-8EC1-8B6042A0C2BA}" presName="spacerL" presStyleCnt="0"/>
      <dgm:spPr/>
    </dgm:pt>
    <dgm:pt modelId="{3B3D606B-8FC2-422E-89A0-2A54C9872FD3}" type="pres">
      <dgm:prSet presAssocID="{96F766CA-7491-4979-8EC1-8B6042A0C2BA}" presName="sibTrans" presStyleLbl="sibTrans2D1" presStyleIdx="0" presStyleCnt="2"/>
      <dgm:spPr>
        <a:prstGeom prst="mathMultiply">
          <a:avLst/>
        </a:prstGeom>
      </dgm:spPr>
    </dgm:pt>
    <dgm:pt modelId="{042EDDA6-6197-4945-9147-3D73641A27E2}" type="pres">
      <dgm:prSet presAssocID="{96F766CA-7491-4979-8EC1-8B6042A0C2BA}" presName="spacerR" presStyleCnt="0"/>
      <dgm:spPr/>
    </dgm:pt>
    <dgm:pt modelId="{219CB490-64E8-4EE6-B753-1F3A0A0E0158}" type="pres">
      <dgm:prSet presAssocID="{FCCB5194-526F-487B-82FB-BB46210F2C55}" presName="node" presStyleLbl="node1" presStyleIdx="1" presStyleCnt="3">
        <dgm:presLayoutVars>
          <dgm:bulletEnabled val="1"/>
        </dgm:presLayoutVars>
      </dgm:prSet>
      <dgm:spPr/>
    </dgm:pt>
    <dgm:pt modelId="{E123580D-0630-47F5-93B3-7C95CDB570C1}" type="pres">
      <dgm:prSet presAssocID="{A9ACECA3-3C19-474A-8FE6-0238E90D48D3}" presName="spacerL" presStyleCnt="0"/>
      <dgm:spPr/>
    </dgm:pt>
    <dgm:pt modelId="{F94947EE-3C60-4630-8D20-04B5F6E29D5B}" type="pres">
      <dgm:prSet presAssocID="{A9ACECA3-3C19-474A-8FE6-0238E90D48D3}" presName="sibTrans" presStyleLbl="sibTrans2D1" presStyleIdx="1" presStyleCnt="2"/>
      <dgm:spPr/>
    </dgm:pt>
    <dgm:pt modelId="{D0642344-5F41-467E-A653-7F113E068A70}" type="pres">
      <dgm:prSet presAssocID="{A9ACECA3-3C19-474A-8FE6-0238E90D48D3}" presName="spacerR" presStyleCnt="0"/>
      <dgm:spPr/>
    </dgm:pt>
    <dgm:pt modelId="{7BABF50C-7BA8-4860-9CD9-5FC04A4AD803}" type="pres">
      <dgm:prSet presAssocID="{385F9D95-79FC-4A58-B08A-D540C1B474BA}" presName="node" presStyleLbl="node1" presStyleIdx="2" presStyleCnt="3">
        <dgm:presLayoutVars>
          <dgm:bulletEnabled val="1"/>
        </dgm:presLayoutVars>
      </dgm:prSet>
      <dgm:spPr/>
    </dgm:pt>
  </dgm:ptLst>
  <dgm:cxnLst>
    <dgm:cxn modelId="{1B35DC1E-FBBD-4940-8087-012C5184386B}" type="presOf" srcId="{C91E305D-BFA8-4B26-B7FC-F68C83B235D8}" destId="{B8F2B070-5E75-4E93-993A-526D3E88980C}" srcOrd="0" destOrd="0" presId="urn:microsoft.com/office/officeart/2005/8/layout/equation1"/>
    <dgm:cxn modelId="{8C88E31F-729C-4812-BDA9-32BE5DBEFAD8}" srcId="{B6EF017E-A4C8-4AEC-AC3E-16BE30D5DAB8}" destId="{FCCB5194-526F-487B-82FB-BB46210F2C55}" srcOrd="1" destOrd="0" parTransId="{E4E9C823-A72A-4530-ADF9-4734E28DE21D}" sibTransId="{A9ACECA3-3C19-474A-8FE6-0238E90D48D3}"/>
    <dgm:cxn modelId="{F3E07D25-BD07-4835-85B8-AE2BF5F30302}" type="presOf" srcId="{B6EF017E-A4C8-4AEC-AC3E-16BE30D5DAB8}" destId="{F3C5460C-ED15-4E0D-AC37-C8D7CEACC3CE}" srcOrd="0" destOrd="0" presId="urn:microsoft.com/office/officeart/2005/8/layout/equation1"/>
    <dgm:cxn modelId="{550BEC47-2468-4F3E-88C1-D92BDC9CBFFD}" type="presOf" srcId="{FCCB5194-526F-487B-82FB-BB46210F2C55}" destId="{219CB490-64E8-4EE6-B753-1F3A0A0E0158}" srcOrd="0" destOrd="0" presId="urn:microsoft.com/office/officeart/2005/8/layout/equation1"/>
    <dgm:cxn modelId="{0AC15E49-4851-4CA5-81A6-996D0BF13FD4}" type="presOf" srcId="{A9ACECA3-3C19-474A-8FE6-0238E90D48D3}" destId="{F94947EE-3C60-4630-8D20-04B5F6E29D5B}" srcOrd="0" destOrd="0" presId="urn:microsoft.com/office/officeart/2005/8/layout/equation1"/>
    <dgm:cxn modelId="{7ED94DCA-98A3-490D-A2B3-03E8880F2C8E}" srcId="{B6EF017E-A4C8-4AEC-AC3E-16BE30D5DAB8}" destId="{385F9D95-79FC-4A58-B08A-D540C1B474BA}" srcOrd="2" destOrd="0" parTransId="{25598453-F1A0-4BEA-92E3-A77F72F59B30}" sibTransId="{83F0BE61-99A2-4CD3-9E40-AF97D868D016}"/>
    <dgm:cxn modelId="{86C8E2E2-A89C-429D-8FDE-F8BB9438E059}" type="presOf" srcId="{385F9D95-79FC-4A58-B08A-D540C1B474BA}" destId="{7BABF50C-7BA8-4860-9CD9-5FC04A4AD803}" srcOrd="0" destOrd="0" presId="urn:microsoft.com/office/officeart/2005/8/layout/equation1"/>
    <dgm:cxn modelId="{0689A3E5-78F3-4CAA-A1C7-E9B649740FB2}" type="presOf" srcId="{96F766CA-7491-4979-8EC1-8B6042A0C2BA}" destId="{3B3D606B-8FC2-422E-89A0-2A54C9872FD3}" srcOrd="0" destOrd="0" presId="urn:microsoft.com/office/officeart/2005/8/layout/equation1"/>
    <dgm:cxn modelId="{23AD63E7-6E91-4902-A8AD-B91004BA953B}" srcId="{B6EF017E-A4C8-4AEC-AC3E-16BE30D5DAB8}" destId="{C91E305D-BFA8-4B26-B7FC-F68C83B235D8}" srcOrd="0" destOrd="0" parTransId="{E6EEAD4A-AE76-42E8-8EC0-25F5CFCFD820}" sibTransId="{96F766CA-7491-4979-8EC1-8B6042A0C2BA}"/>
    <dgm:cxn modelId="{1B45F693-C2EB-47E1-94C6-F12AAB8AB1F7}" type="presParOf" srcId="{F3C5460C-ED15-4E0D-AC37-C8D7CEACC3CE}" destId="{B8F2B070-5E75-4E93-993A-526D3E88980C}" srcOrd="0" destOrd="0" presId="urn:microsoft.com/office/officeart/2005/8/layout/equation1"/>
    <dgm:cxn modelId="{3561DC6E-154D-4D53-BE3F-276FB12D58AC}" type="presParOf" srcId="{F3C5460C-ED15-4E0D-AC37-C8D7CEACC3CE}" destId="{EBEEF462-2CBF-407F-B324-98AAAF78111B}" srcOrd="1" destOrd="0" presId="urn:microsoft.com/office/officeart/2005/8/layout/equation1"/>
    <dgm:cxn modelId="{E91AF300-A380-47A8-8345-F0809A7470F2}" type="presParOf" srcId="{F3C5460C-ED15-4E0D-AC37-C8D7CEACC3CE}" destId="{3B3D606B-8FC2-422E-89A0-2A54C9872FD3}" srcOrd="2" destOrd="0" presId="urn:microsoft.com/office/officeart/2005/8/layout/equation1"/>
    <dgm:cxn modelId="{DB03E6F3-776D-49A1-928C-E1ED19E534A4}" type="presParOf" srcId="{F3C5460C-ED15-4E0D-AC37-C8D7CEACC3CE}" destId="{042EDDA6-6197-4945-9147-3D73641A27E2}" srcOrd="3" destOrd="0" presId="urn:microsoft.com/office/officeart/2005/8/layout/equation1"/>
    <dgm:cxn modelId="{282B3FDE-076A-4B47-9D0E-BDE58C17D423}" type="presParOf" srcId="{F3C5460C-ED15-4E0D-AC37-C8D7CEACC3CE}" destId="{219CB490-64E8-4EE6-B753-1F3A0A0E0158}" srcOrd="4" destOrd="0" presId="urn:microsoft.com/office/officeart/2005/8/layout/equation1"/>
    <dgm:cxn modelId="{598681C4-6E30-4C42-BBC6-5360EC4248CD}" type="presParOf" srcId="{F3C5460C-ED15-4E0D-AC37-C8D7CEACC3CE}" destId="{E123580D-0630-47F5-93B3-7C95CDB570C1}" srcOrd="5" destOrd="0" presId="urn:microsoft.com/office/officeart/2005/8/layout/equation1"/>
    <dgm:cxn modelId="{DDE60D8C-22BD-45F9-A5FF-44FF2A548527}" type="presParOf" srcId="{F3C5460C-ED15-4E0D-AC37-C8D7CEACC3CE}" destId="{F94947EE-3C60-4630-8D20-04B5F6E29D5B}" srcOrd="6" destOrd="0" presId="urn:microsoft.com/office/officeart/2005/8/layout/equation1"/>
    <dgm:cxn modelId="{4082CD0F-F028-4ACD-BF2E-1C92DF696A0B}" type="presParOf" srcId="{F3C5460C-ED15-4E0D-AC37-C8D7CEACC3CE}" destId="{D0642344-5F41-467E-A653-7F113E068A70}" srcOrd="7" destOrd="0" presId="urn:microsoft.com/office/officeart/2005/8/layout/equation1"/>
    <dgm:cxn modelId="{D92AE100-997B-481E-A931-6095B68E4C4D}" type="presParOf" srcId="{F3C5460C-ED15-4E0D-AC37-C8D7CEACC3CE}" destId="{7BABF50C-7BA8-4860-9CD9-5FC04A4AD803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6EF017E-A4C8-4AEC-AC3E-16BE30D5DAB8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E305D-BFA8-4B26-B7FC-F68C83B235D8}">
      <dgm:prSet phldrT="[Text]" phldr="0"/>
      <dgm:spPr/>
      <dgm:t>
        <a:bodyPr/>
        <a:lstStyle/>
        <a:p>
          <a:r>
            <a:rPr lang="en-US" dirty="0"/>
            <a:t>233K</a:t>
          </a:r>
        </a:p>
      </dgm:t>
    </dgm:pt>
    <dgm:pt modelId="{E6EEAD4A-AE76-42E8-8EC0-25F5CFCFD820}" type="parTrans" cxnId="{23AD63E7-6E91-4902-A8AD-B91004BA953B}">
      <dgm:prSet/>
      <dgm:spPr/>
      <dgm:t>
        <a:bodyPr/>
        <a:lstStyle/>
        <a:p>
          <a:endParaRPr lang="en-US"/>
        </a:p>
      </dgm:t>
    </dgm:pt>
    <dgm:pt modelId="{96F766CA-7491-4979-8EC1-8B6042A0C2BA}" type="sibTrans" cxnId="{23AD63E7-6E91-4902-A8AD-B91004BA953B}">
      <dgm:prSet/>
      <dgm:spPr/>
      <dgm:t>
        <a:bodyPr/>
        <a:lstStyle/>
        <a:p>
          <a:endParaRPr lang="en-US"/>
        </a:p>
      </dgm:t>
    </dgm:pt>
    <dgm:pt modelId="{FCCB5194-526F-487B-82FB-BB46210F2C55}">
      <dgm:prSet phldrT="[Text]" phldr="0"/>
      <dgm:spPr/>
      <dgm:t>
        <a:bodyPr/>
        <a:lstStyle/>
        <a:p>
          <a:r>
            <a:rPr lang="en-US" dirty="0"/>
            <a:t>72%</a:t>
          </a:r>
        </a:p>
      </dgm:t>
    </dgm:pt>
    <dgm:pt modelId="{E4E9C823-A72A-4530-ADF9-4734E28DE21D}" type="parTrans" cxnId="{8C88E31F-729C-4812-BDA9-32BE5DBEFAD8}">
      <dgm:prSet/>
      <dgm:spPr/>
      <dgm:t>
        <a:bodyPr/>
        <a:lstStyle/>
        <a:p>
          <a:endParaRPr lang="en-US"/>
        </a:p>
      </dgm:t>
    </dgm:pt>
    <dgm:pt modelId="{A9ACECA3-3C19-474A-8FE6-0238E90D48D3}" type="sibTrans" cxnId="{8C88E31F-729C-4812-BDA9-32BE5DBEFAD8}">
      <dgm:prSet/>
      <dgm:spPr/>
      <dgm:t>
        <a:bodyPr/>
        <a:lstStyle/>
        <a:p>
          <a:endParaRPr lang="en-US"/>
        </a:p>
      </dgm:t>
    </dgm:pt>
    <dgm:pt modelId="{385F9D95-79FC-4A58-B08A-D540C1B474BA}">
      <dgm:prSet phldrT="[Text]" phldr="0"/>
      <dgm:spPr/>
      <dgm:t>
        <a:bodyPr/>
        <a:lstStyle/>
        <a:p>
          <a:r>
            <a:rPr lang="en-US" dirty="0"/>
            <a:t>167k</a:t>
          </a:r>
        </a:p>
      </dgm:t>
    </dgm:pt>
    <dgm:pt modelId="{25598453-F1A0-4BEA-92E3-A77F72F59B30}" type="parTrans" cxnId="{7ED94DCA-98A3-490D-A2B3-03E8880F2C8E}">
      <dgm:prSet/>
      <dgm:spPr/>
      <dgm:t>
        <a:bodyPr/>
        <a:lstStyle/>
        <a:p>
          <a:endParaRPr lang="en-US"/>
        </a:p>
      </dgm:t>
    </dgm:pt>
    <dgm:pt modelId="{83F0BE61-99A2-4CD3-9E40-AF97D868D016}" type="sibTrans" cxnId="{7ED94DCA-98A3-490D-A2B3-03E8880F2C8E}">
      <dgm:prSet/>
      <dgm:spPr/>
      <dgm:t>
        <a:bodyPr/>
        <a:lstStyle/>
        <a:p>
          <a:endParaRPr lang="en-US"/>
        </a:p>
      </dgm:t>
    </dgm:pt>
    <dgm:pt modelId="{F3C5460C-ED15-4E0D-AC37-C8D7CEACC3CE}" type="pres">
      <dgm:prSet presAssocID="{B6EF017E-A4C8-4AEC-AC3E-16BE30D5DAB8}" presName="linearFlow" presStyleCnt="0">
        <dgm:presLayoutVars>
          <dgm:dir/>
          <dgm:resizeHandles val="exact"/>
        </dgm:presLayoutVars>
      </dgm:prSet>
      <dgm:spPr/>
    </dgm:pt>
    <dgm:pt modelId="{B8F2B070-5E75-4E93-993A-526D3E88980C}" type="pres">
      <dgm:prSet presAssocID="{C91E305D-BFA8-4B26-B7FC-F68C83B235D8}" presName="node" presStyleLbl="node1" presStyleIdx="0" presStyleCnt="3">
        <dgm:presLayoutVars>
          <dgm:bulletEnabled val="1"/>
        </dgm:presLayoutVars>
      </dgm:prSet>
      <dgm:spPr/>
    </dgm:pt>
    <dgm:pt modelId="{EBEEF462-2CBF-407F-B324-98AAAF78111B}" type="pres">
      <dgm:prSet presAssocID="{96F766CA-7491-4979-8EC1-8B6042A0C2BA}" presName="spacerL" presStyleCnt="0"/>
      <dgm:spPr/>
    </dgm:pt>
    <dgm:pt modelId="{3B3D606B-8FC2-422E-89A0-2A54C9872FD3}" type="pres">
      <dgm:prSet presAssocID="{96F766CA-7491-4979-8EC1-8B6042A0C2BA}" presName="sibTrans" presStyleLbl="sibTrans2D1" presStyleIdx="0" presStyleCnt="2"/>
      <dgm:spPr>
        <a:prstGeom prst="mathMultiply">
          <a:avLst/>
        </a:prstGeom>
      </dgm:spPr>
    </dgm:pt>
    <dgm:pt modelId="{042EDDA6-6197-4945-9147-3D73641A27E2}" type="pres">
      <dgm:prSet presAssocID="{96F766CA-7491-4979-8EC1-8B6042A0C2BA}" presName="spacerR" presStyleCnt="0"/>
      <dgm:spPr/>
    </dgm:pt>
    <dgm:pt modelId="{219CB490-64E8-4EE6-B753-1F3A0A0E0158}" type="pres">
      <dgm:prSet presAssocID="{FCCB5194-526F-487B-82FB-BB46210F2C55}" presName="node" presStyleLbl="node1" presStyleIdx="1" presStyleCnt="3">
        <dgm:presLayoutVars>
          <dgm:bulletEnabled val="1"/>
        </dgm:presLayoutVars>
      </dgm:prSet>
      <dgm:spPr/>
    </dgm:pt>
    <dgm:pt modelId="{E123580D-0630-47F5-93B3-7C95CDB570C1}" type="pres">
      <dgm:prSet presAssocID="{A9ACECA3-3C19-474A-8FE6-0238E90D48D3}" presName="spacerL" presStyleCnt="0"/>
      <dgm:spPr/>
    </dgm:pt>
    <dgm:pt modelId="{F94947EE-3C60-4630-8D20-04B5F6E29D5B}" type="pres">
      <dgm:prSet presAssocID="{A9ACECA3-3C19-474A-8FE6-0238E90D48D3}" presName="sibTrans" presStyleLbl="sibTrans2D1" presStyleIdx="1" presStyleCnt="2"/>
      <dgm:spPr/>
    </dgm:pt>
    <dgm:pt modelId="{D0642344-5F41-467E-A653-7F113E068A70}" type="pres">
      <dgm:prSet presAssocID="{A9ACECA3-3C19-474A-8FE6-0238E90D48D3}" presName="spacerR" presStyleCnt="0"/>
      <dgm:spPr/>
    </dgm:pt>
    <dgm:pt modelId="{7BABF50C-7BA8-4860-9CD9-5FC04A4AD803}" type="pres">
      <dgm:prSet presAssocID="{385F9D95-79FC-4A58-B08A-D540C1B474BA}" presName="node" presStyleLbl="node1" presStyleIdx="2" presStyleCnt="3">
        <dgm:presLayoutVars>
          <dgm:bulletEnabled val="1"/>
        </dgm:presLayoutVars>
      </dgm:prSet>
      <dgm:spPr/>
    </dgm:pt>
  </dgm:ptLst>
  <dgm:cxnLst>
    <dgm:cxn modelId="{1B35DC1E-FBBD-4940-8087-012C5184386B}" type="presOf" srcId="{C91E305D-BFA8-4B26-B7FC-F68C83B235D8}" destId="{B8F2B070-5E75-4E93-993A-526D3E88980C}" srcOrd="0" destOrd="0" presId="urn:microsoft.com/office/officeart/2005/8/layout/equation1"/>
    <dgm:cxn modelId="{8C88E31F-729C-4812-BDA9-32BE5DBEFAD8}" srcId="{B6EF017E-A4C8-4AEC-AC3E-16BE30D5DAB8}" destId="{FCCB5194-526F-487B-82FB-BB46210F2C55}" srcOrd="1" destOrd="0" parTransId="{E4E9C823-A72A-4530-ADF9-4734E28DE21D}" sibTransId="{A9ACECA3-3C19-474A-8FE6-0238E90D48D3}"/>
    <dgm:cxn modelId="{F3E07D25-BD07-4835-85B8-AE2BF5F30302}" type="presOf" srcId="{B6EF017E-A4C8-4AEC-AC3E-16BE30D5DAB8}" destId="{F3C5460C-ED15-4E0D-AC37-C8D7CEACC3CE}" srcOrd="0" destOrd="0" presId="urn:microsoft.com/office/officeart/2005/8/layout/equation1"/>
    <dgm:cxn modelId="{550BEC47-2468-4F3E-88C1-D92BDC9CBFFD}" type="presOf" srcId="{FCCB5194-526F-487B-82FB-BB46210F2C55}" destId="{219CB490-64E8-4EE6-B753-1F3A0A0E0158}" srcOrd="0" destOrd="0" presId="urn:microsoft.com/office/officeart/2005/8/layout/equation1"/>
    <dgm:cxn modelId="{0AC15E49-4851-4CA5-81A6-996D0BF13FD4}" type="presOf" srcId="{A9ACECA3-3C19-474A-8FE6-0238E90D48D3}" destId="{F94947EE-3C60-4630-8D20-04B5F6E29D5B}" srcOrd="0" destOrd="0" presId="urn:microsoft.com/office/officeart/2005/8/layout/equation1"/>
    <dgm:cxn modelId="{7ED94DCA-98A3-490D-A2B3-03E8880F2C8E}" srcId="{B6EF017E-A4C8-4AEC-AC3E-16BE30D5DAB8}" destId="{385F9D95-79FC-4A58-B08A-D540C1B474BA}" srcOrd="2" destOrd="0" parTransId="{25598453-F1A0-4BEA-92E3-A77F72F59B30}" sibTransId="{83F0BE61-99A2-4CD3-9E40-AF97D868D016}"/>
    <dgm:cxn modelId="{86C8E2E2-A89C-429D-8FDE-F8BB9438E059}" type="presOf" srcId="{385F9D95-79FC-4A58-B08A-D540C1B474BA}" destId="{7BABF50C-7BA8-4860-9CD9-5FC04A4AD803}" srcOrd="0" destOrd="0" presId="urn:microsoft.com/office/officeart/2005/8/layout/equation1"/>
    <dgm:cxn modelId="{0689A3E5-78F3-4CAA-A1C7-E9B649740FB2}" type="presOf" srcId="{96F766CA-7491-4979-8EC1-8B6042A0C2BA}" destId="{3B3D606B-8FC2-422E-89A0-2A54C9872FD3}" srcOrd="0" destOrd="0" presId="urn:microsoft.com/office/officeart/2005/8/layout/equation1"/>
    <dgm:cxn modelId="{23AD63E7-6E91-4902-A8AD-B91004BA953B}" srcId="{B6EF017E-A4C8-4AEC-AC3E-16BE30D5DAB8}" destId="{C91E305D-BFA8-4B26-B7FC-F68C83B235D8}" srcOrd="0" destOrd="0" parTransId="{E6EEAD4A-AE76-42E8-8EC0-25F5CFCFD820}" sibTransId="{96F766CA-7491-4979-8EC1-8B6042A0C2BA}"/>
    <dgm:cxn modelId="{1B45F693-C2EB-47E1-94C6-F12AAB8AB1F7}" type="presParOf" srcId="{F3C5460C-ED15-4E0D-AC37-C8D7CEACC3CE}" destId="{B8F2B070-5E75-4E93-993A-526D3E88980C}" srcOrd="0" destOrd="0" presId="urn:microsoft.com/office/officeart/2005/8/layout/equation1"/>
    <dgm:cxn modelId="{3561DC6E-154D-4D53-BE3F-276FB12D58AC}" type="presParOf" srcId="{F3C5460C-ED15-4E0D-AC37-C8D7CEACC3CE}" destId="{EBEEF462-2CBF-407F-B324-98AAAF78111B}" srcOrd="1" destOrd="0" presId="urn:microsoft.com/office/officeart/2005/8/layout/equation1"/>
    <dgm:cxn modelId="{E91AF300-A380-47A8-8345-F0809A7470F2}" type="presParOf" srcId="{F3C5460C-ED15-4E0D-AC37-C8D7CEACC3CE}" destId="{3B3D606B-8FC2-422E-89A0-2A54C9872FD3}" srcOrd="2" destOrd="0" presId="urn:microsoft.com/office/officeart/2005/8/layout/equation1"/>
    <dgm:cxn modelId="{DB03E6F3-776D-49A1-928C-E1ED19E534A4}" type="presParOf" srcId="{F3C5460C-ED15-4E0D-AC37-C8D7CEACC3CE}" destId="{042EDDA6-6197-4945-9147-3D73641A27E2}" srcOrd="3" destOrd="0" presId="urn:microsoft.com/office/officeart/2005/8/layout/equation1"/>
    <dgm:cxn modelId="{282B3FDE-076A-4B47-9D0E-BDE58C17D423}" type="presParOf" srcId="{F3C5460C-ED15-4E0D-AC37-C8D7CEACC3CE}" destId="{219CB490-64E8-4EE6-B753-1F3A0A0E0158}" srcOrd="4" destOrd="0" presId="urn:microsoft.com/office/officeart/2005/8/layout/equation1"/>
    <dgm:cxn modelId="{598681C4-6E30-4C42-BBC6-5360EC4248CD}" type="presParOf" srcId="{F3C5460C-ED15-4E0D-AC37-C8D7CEACC3CE}" destId="{E123580D-0630-47F5-93B3-7C95CDB570C1}" srcOrd="5" destOrd="0" presId="urn:microsoft.com/office/officeart/2005/8/layout/equation1"/>
    <dgm:cxn modelId="{DDE60D8C-22BD-45F9-A5FF-44FF2A548527}" type="presParOf" srcId="{F3C5460C-ED15-4E0D-AC37-C8D7CEACC3CE}" destId="{F94947EE-3C60-4630-8D20-04B5F6E29D5B}" srcOrd="6" destOrd="0" presId="urn:microsoft.com/office/officeart/2005/8/layout/equation1"/>
    <dgm:cxn modelId="{4082CD0F-F028-4ACD-BF2E-1C92DF696A0B}" type="presParOf" srcId="{F3C5460C-ED15-4E0D-AC37-C8D7CEACC3CE}" destId="{D0642344-5F41-467E-A653-7F113E068A70}" srcOrd="7" destOrd="0" presId="urn:microsoft.com/office/officeart/2005/8/layout/equation1"/>
    <dgm:cxn modelId="{D92AE100-997B-481E-A931-6095B68E4C4D}" type="presParOf" srcId="{F3C5460C-ED15-4E0D-AC37-C8D7CEACC3CE}" destId="{7BABF50C-7BA8-4860-9CD9-5FC04A4AD803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6EF017E-A4C8-4AEC-AC3E-16BE30D5DAB8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1E305D-BFA8-4B26-B7FC-F68C83B235D8}">
      <dgm:prSet phldrT="[Text]" phldr="0"/>
      <dgm:spPr/>
      <dgm:t>
        <a:bodyPr/>
        <a:lstStyle/>
        <a:p>
          <a:r>
            <a:rPr lang="en-US" dirty="0"/>
            <a:t>645k</a:t>
          </a:r>
        </a:p>
      </dgm:t>
    </dgm:pt>
    <dgm:pt modelId="{E6EEAD4A-AE76-42E8-8EC0-25F5CFCFD820}" type="parTrans" cxnId="{23AD63E7-6E91-4902-A8AD-B91004BA953B}">
      <dgm:prSet/>
      <dgm:spPr/>
      <dgm:t>
        <a:bodyPr/>
        <a:lstStyle/>
        <a:p>
          <a:endParaRPr lang="en-US"/>
        </a:p>
      </dgm:t>
    </dgm:pt>
    <dgm:pt modelId="{96F766CA-7491-4979-8EC1-8B6042A0C2BA}" type="sibTrans" cxnId="{23AD63E7-6E91-4902-A8AD-B91004BA953B}">
      <dgm:prSet/>
      <dgm:spPr/>
      <dgm:t>
        <a:bodyPr/>
        <a:lstStyle/>
        <a:p>
          <a:endParaRPr lang="en-US"/>
        </a:p>
      </dgm:t>
    </dgm:pt>
    <dgm:pt modelId="{FCCB5194-526F-487B-82FB-BB46210F2C55}">
      <dgm:prSet phldrT="[Text]" phldr="0"/>
      <dgm:spPr/>
      <dgm:t>
        <a:bodyPr/>
        <a:lstStyle/>
        <a:p>
          <a:r>
            <a:rPr lang="en-US" dirty="0"/>
            <a:t>29%</a:t>
          </a:r>
        </a:p>
      </dgm:t>
    </dgm:pt>
    <dgm:pt modelId="{E4E9C823-A72A-4530-ADF9-4734E28DE21D}" type="parTrans" cxnId="{8C88E31F-729C-4812-BDA9-32BE5DBEFAD8}">
      <dgm:prSet/>
      <dgm:spPr/>
      <dgm:t>
        <a:bodyPr/>
        <a:lstStyle/>
        <a:p>
          <a:endParaRPr lang="en-US"/>
        </a:p>
      </dgm:t>
    </dgm:pt>
    <dgm:pt modelId="{A9ACECA3-3C19-474A-8FE6-0238E90D48D3}" type="sibTrans" cxnId="{8C88E31F-729C-4812-BDA9-32BE5DBEFAD8}">
      <dgm:prSet/>
      <dgm:spPr/>
      <dgm:t>
        <a:bodyPr/>
        <a:lstStyle/>
        <a:p>
          <a:endParaRPr lang="en-US"/>
        </a:p>
      </dgm:t>
    </dgm:pt>
    <dgm:pt modelId="{385F9D95-79FC-4A58-B08A-D540C1B474BA}">
      <dgm:prSet phldrT="[Text]" phldr="0"/>
      <dgm:spPr/>
      <dgm:t>
        <a:bodyPr/>
        <a:lstStyle/>
        <a:p>
          <a:r>
            <a:rPr lang="en-US" dirty="0"/>
            <a:t>187k</a:t>
          </a:r>
        </a:p>
      </dgm:t>
    </dgm:pt>
    <dgm:pt modelId="{25598453-F1A0-4BEA-92E3-A77F72F59B30}" type="parTrans" cxnId="{7ED94DCA-98A3-490D-A2B3-03E8880F2C8E}">
      <dgm:prSet/>
      <dgm:spPr/>
      <dgm:t>
        <a:bodyPr/>
        <a:lstStyle/>
        <a:p>
          <a:endParaRPr lang="en-US"/>
        </a:p>
      </dgm:t>
    </dgm:pt>
    <dgm:pt modelId="{83F0BE61-99A2-4CD3-9E40-AF97D868D016}" type="sibTrans" cxnId="{7ED94DCA-98A3-490D-A2B3-03E8880F2C8E}">
      <dgm:prSet/>
      <dgm:spPr/>
      <dgm:t>
        <a:bodyPr/>
        <a:lstStyle/>
        <a:p>
          <a:endParaRPr lang="en-US"/>
        </a:p>
      </dgm:t>
    </dgm:pt>
    <dgm:pt modelId="{F3C5460C-ED15-4E0D-AC37-C8D7CEACC3CE}" type="pres">
      <dgm:prSet presAssocID="{B6EF017E-A4C8-4AEC-AC3E-16BE30D5DAB8}" presName="linearFlow" presStyleCnt="0">
        <dgm:presLayoutVars>
          <dgm:dir/>
          <dgm:resizeHandles val="exact"/>
        </dgm:presLayoutVars>
      </dgm:prSet>
      <dgm:spPr/>
    </dgm:pt>
    <dgm:pt modelId="{B8F2B070-5E75-4E93-993A-526D3E88980C}" type="pres">
      <dgm:prSet presAssocID="{C91E305D-BFA8-4B26-B7FC-F68C83B235D8}" presName="node" presStyleLbl="node1" presStyleIdx="0" presStyleCnt="3">
        <dgm:presLayoutVars>
          <dgm:bulletEnabled val="1"/>
        </dgm:presLayoutVars>
      </dgm:prSet>
      <dgm:spPr/>
    </dgm:pt>
    <dgm:pt modelId="{EBEEF462-2CBF-407F-B324-98AAAF78111B}" type="pres">
      <dgm:prSet presAssocID="{96F766CA-7491-4979-8EC1-8B6042A0C2BA}" presName="spacerL" presStyleCnt="0"/>
      <dgm:spPr/>
    </dgm:pt>
    <dgm:pt modelId="{3B3D606B-8FC2-422E-89A0-2A54C9872FD3}" type="pres">
      <dgm:prSet presAssocID="{96F766CA-7491-4979-8EC1-8B6042A0C2BA}" presName="sibTrans" presStyleLbl="sibTrans2D1" presStyleIdx="0" presStyleCnt="2"/>
      <dgm:spPr>
        <a:prstGeom prst="mathMultiply">
          <a:avLst/>
        </a:prstGeom>
      </dgm:spPr>
    </dgm:pt>
    <dgm:pt modelId="{042EDDA6-6197-4945-9147-3D73641A27E2}" type="pres">
      <dgm:prSet presAssocID="{96F766CA-7491-4979-8EC1-8B6042A0C2BA}" presName="spacerR" presStyleCnt="0"/>
      <dgm:spPr/>
    </dgm:pt>
    <dgm:pt modelId="{219CB490-64E8-4EE6-B753-1F3A0A0E0158}" type="pres">
      <dgm:prSet presAssocID="{FCCB5194-526F-487B-82FB-BB46210F2C55}" presName="node" presStyleLbl="node1" presStyleIdx="1" presStyleCnt="3">
        <dgm:presLayoutVars>
          <dgm:bulletEnabled val="1"/>
        </dgm:presLayoutVars>
      </dgm:prSet>
      <dgm:spPr/>
    </dgm:pt>
    <dgm:pt modelId="{E123580D-0630-47F5-93B3-7C95CDB570C1}" type="pres">
      <dgm:prSet presAssocID="{A9ACECA3-3C19-474A-8FE6-0238E90D48D3}" presName="spacerL" presStyleCnt="0"/>
      <dgm:spPr/>
    </dgm:pt>
    <dgm:pt modelId="{F94947EE-3C60-4630-8D20-04B5F6E29D5B}" type="pres">
      <dgm:prSet presAssocID="{A9ACECA3-3C19-474A-8FE6-0238E90D48D3}" presName="sibTrans" presStyleLbl="sibTrans2D1" presStyleIdx="1" presStyleCnt="2"/>
      <dgm:spPr/>
    </dgm:pt>
    <dgm:pt modelId="{D0642344-5F41-467E-A653-7F113E068A70}" type="pres">
      <dgm:prSet presAssocID="{A9ACECA3-3C19-474A-8FE6-0238E90D48D3}" presName="spacerR" presStyleCnt="0"/>
      <dgm:spPr/>
    </dgm:pt>
    <dgm:pt modelId="{7BABF50C-7BA8-4860-9CD9-5FC04A4AD803}" type="pres">
      <dgm:prSet presAssocID="{385F9D95-79FC-4A58-B08A-D540C1B474BA}" presName="node" presStyleLbl="node1" presStyleIdx="2" presStyleCnt="3">
        <dgm:presLayoutVars>
          <dgm:bulletEnabled val="1"/>
        </dgm:presLayoutVars>
      </dgm:prSet>
      <dgm:spPr/>
    </dgm:pt>
  </dgm:ptLst>
  <dgm:cxnLst>
    <dgm:cxn modelId="{1B35DC1E-FBBD-4940-8087-012C5184386B}" type="presOf" srcId="{C91E305D-BFA8-4B26-B7FC-F68C83B235D8}" destId="{B8F2B070-5E75-4E93-993A-526D3E88980C}" srcOrd="0" destOrd="0" presId="urn:microsoft.com/office/officeart/2005/8/layout/equation1"/>
    <dgm:cxn modelId="{8C88E31F-729C-4812-BDA9-32BE5DBEFAD8}" srcId="{B6EF017E-A4C8-4AEC-AC3E-16BE30D5DAB8}" destId="{FCCB5194-526F-487B-82FB-BB46210F2C55}" srcOrd="1" destOrd="0" parTransId="{E4E9C823-A72A-4530-ADF9-4734E28DE21D}" sibTransId="{A9ACECA3-3C19-474A-8FE6-0238E90D48D3}"/>
    <dgm:cxn modelId="{F3E07D25-BD07-4835-85B8-AE2BF5F30302}" type="presOf" srcId="{B6EF017E-A4C8-4AEC-AC3E-16BE30D5DAB8}" destId="{F3C5460C-ED15-4E0D-AC37-C8D7CEACC3CE}" srcOrd="0" destOrd="0" presId="urn:microsoft.com/office/officeart/2005/8/layout/equation1"/>
    <dgm:cxn modelId="{550BEC47-2468-4F3E-88C1-D92BDC9CBFFD}" type="presOf" srcId="{FCCB5194-526F-487B-82FB-BB46210F2C55}" destId="{219CB490-64E8-4EE6-B753-1F3A0A0E0158}" srcOrd="0" destOrd="0" presId="urn:microsoft.com/office/officeart/2005/8/layout/equation1"/>
    <dgm:cxn modelId="{0AC15E49-4851-4CA5-81A6-996D0BF13FD4}" type="presOf" srcId="{A9ACECA3-3C19-474A-8FE6-0238E90D48D3}" destId="{F94947EE-3C60-4630-8D20-04B5F6E29D5B}" srcOrd="0" destOrd="0" presId="urn:microsoft.com/office/officeart/2005/8/layout/equation1"/>
    <dgm:cxn modelId="{7ED94DCA-98A3-490D-A2B3-03E8880F2C8E}" srcId="{B6EF017E-A4C8-4AEC-AC3E-16BE30D5DAB8}" destId="{385F9D95-79FC-4A58-B08A-D540C1B474BA}" srcOrd="2" destOrd="0" parTransId="{25598453-F1A0-4BEA-92E3-A77F72F59B30}" sibTransId="{83F0BE61-99A2-4CD3-9E40-AF97D868D016}"/>
    <dgm:cxn modelId="{86C8E2E2-A89C-429D-8FDE-F8BB9438E059}" type="presOf" srcId="{385F9D95-79FC-4A58-B08A-D540C1B474BA}" destId="{7BABF50C-7BA8-4860-9CD9-5FC04A4AD803}" srcOrd="0" destOrd="0" presId="urn:microsoft.com/office/officeart/2005/8/layout/equation1"/>
    <dgm:cxn modelId="{0689A3E5-78F3-4CAA-A1C7-E9B649740FB2}" type="presOf" srcId="{96F766CA-7491-4979-8EC1-8B6042A0C2BA}" destId="{3B3D606B-8FC2-422E-89A0-2A54C9872FD3}" srcOrd="0" destOrd="0" presId="urn:microsoft.com/office/officeart/2005/8/layout/equation1"/>
    <dgm:cxn modelId="{23AD63E7-6E91-4902-A8AD-B91004BA953B}" srcId="{B6EF017E-A4C8-4AEC-AC3E-16BE30D5DAB8}" destId="{C91E305D-BFA8-4B26-B7FC-F68C83B235D8}" srcOrd="0" destOrd="0" parTransId="{E6EEAD4A-AE76-42E8-8EC0-25F5CFCFD820}" sibTransId="{96F766CA-7491-4979-8EC1-8B6042A0C2BA}"/>
    <dgm:cxn modelId="{1B45F693-C2EB-47E1-94C6-F12AAB8AB1F7}" type="presParOf" srcId="{F3C5460C-ED15-4E0D-AC37-C8D7CEACC3CE}" destId="{B8F2B070-5E75-4E93-993A-526D3E88980C}" srcOrd="0" destOrd="0" presId="urn:microsoft.com/office/officeart/2005/8/layout/equation1"/>
    <dgm:cxn modelId="{3561DC6E-154D-4D53-BE3F-276FB12D58AC}" type="presParOf" srcId="{F3C5460C-ED15-4E0D-AC37-C8D7CEACC3CE}" destId="{EBEEF462-2CBF-407F-B324-98AAAF78111B}" srcOrd="1" destOrd="0" presId="urn:microsoft.com/office/officeart/2005/8/layout/equation1"/>
    <dgm:cxn modelId="{E91AF300-A380-47A8-8345-F0809A7470F2}" type="presParOf" srcId="{F3C5460C-ED15-4E0D-AC37-C8D7CEACC3CE}" destId="{3B3D606B-8FC2-422E-89A0-2A54C9872FD3}" srcOrd="2" destOrd="0" presId="urn:microsoft.com/office/officeart/2005/8/layout/equation1"/>
    <dgm:cxn modelId="{DB03E6F3-776D-49A1-928C-E1ED19E534A4}" type="presParOf" srcId="{F3C5460C-ED15-4E0D-AC37-C8D7CEACC3CE}" destId="{042EDDA6-6197-4945-9147-3D73641A27E2}" srcOrd="3" destOrd="0" presId="urn:microsoft.com/office/officeart/2005/8/layout/equation1"/>
    <dgm:cxn modelId="{282B3FDE-076A-4B47-9D0E-BDE58C17D423}" type="presParOf" srcId="{F3C5460C-ED15-4E0D-AC37-C8D7CEACC3CE}" destId="{219CB490-64E8-4EE6-B753-1F3A0A0E0158}" srcOrd="4" destOrd="0" presId="urn:microsoft.com/office/officeart/2005/8/layout/equation1"/>
    <dgm:cxn modelId="{598681C4-6E30-4C42-BBC6-5360EC4248CD}" type="presParOf" srcId="{F3C5460C-ED15-4E0D-AC37-C8D7CEACC3CE}" destId="{E123580D-0630-47F5-93B3-7C95CDB570C1}" srcOrd="5" destOrd="0" presId="urn:microsoft.com/office/officeart/2005/8/layout/equation1"/>
    <dgm:cxn modelId="{DDE60D8C-22BD-45F9-A5FF-44FF2A548527}" type="presParOf" srcId="{F3C5460C-ED15-4E0D-AC37-C8D7CEACC3CE}" destId="{F94947EE-3C60-4630-8D20-04B5F6E29D5B}" srcOrd="6" destOrd="0" presId="urn:microsoft.com/office/officeart/2005/8/layout/equation1"/>
    <dgm:cxn modelId="{4082CD0F-F028-4ACD-BF2E-1C92DF696A0B}" type="presParOf" srcId="{F3C5460C-ED15-4E0D-AC37-C8D7CEACC3CE}" destId="{D0642344-5F41-467E-A653-7F113E068A70}" srcOrd="7" destOrd="0" presId="urn:microsoft.com/office/officeart/2005/8/layout/equation1"/>
    <dgm:cxn modelId="{D92AE100-997B-481E-A931-6095B68E4C4D}" type="presParOf" srcId="{F3C5460C-ED15-4E0D-AC37-C8D7CEACC3CE}" destId="{7BABF50C-7BA8-4860-9CD9-5FC04A4AD803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2B070-5E75-4E93-993A-526D3E88980C}">
      <dsp:nvSpPr>
        <dsp:cNvPr id="0" name=""/>
        <dsp:cNvSpPr/>
      </dsp:nvSpPr>
      <dsp:spPr>
        <a:xfrm>
          <a:off x="1350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Hatchery Release</a:t>
          </a:r>
        </a:p>
      </dsp:txBody>
      <dsp:txXfrm>
        <a:off x="263459" y="1412705"/>
        <a:ext cx="1265577" cy="1265577"/>
      </dsp:txXfrm>
    </dsp:sp>
    <dsp:sp modelId="{3B3D606B-8FC2-422E-89A0-2A54C9872FD3}">
      <dsp:nvSpPr>
        <dsp:cNvPr id="0" name=""/>
        <dsp:cNvSpPr/>
      </dsp:nvSpPr>
      <dsp:spPr>
        <a:xfrm>
          <a:off x="1936477" y="1526453"/>
          <a:ext cx="1038081" cy="1038081"/>
        </a:xfrm>
        <a:prstGeom prst="mathMultiply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099476" y="1689452"/>
        <a:ext cx="712083" cy="712083"/>
      </dsp:txXfrm>
    </dsp:sp>
    <dsp:sp modelId="{219CB490-64E8-4EE6-B753-1F3A0A0E0158}">
      <dsp:nvSpPr>
        <dsp:cNvPr id="0" name=""/>
        <dsp:cNvSpPr/>
      </dsp:nvSpPr>
      <dsp:spPr>
        <a:xfrm>
          <a:off x="311988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Survival Estimate</a:t>
          </a:r>
        </a:p>
      </dsp:txBody>
      <dsp:txXfrm>
        <a:off x="3381998" y="1412705"/>
        <a:ext cx="1265577" cy="1265577"/>
      </dsp:txXfrm>
    </dsp:sp>
    <dsp:sp modelId="{F94947EE-3C60-4630-8D20-04B5F6E29D5B}">
      <dsp:nvSpPr>
        <dsp:cNvPr id="0" name=""/>
        <dsp:cNvSpPr/>
      </dsp:nvSpPr>
      <dsp:spPr>
        <a:xfrm>
          <a:off x="5055016" y="1526453"/>
          <a:ext cx="1038081" cy="1038081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192614" y="1740298"/>
        <a:ext cx="762885" cy="610391"/>
      </dsp:txXfrm>
    </dsp:sp>
    <dsp:sp modelId="{7BABF50C-7BA8-4860-9CD9-5FC04A4AD803}">
      <dsp:nvSpPr>
        <dsp:cNvPr id="0" name=""/>
        <dsp:cNvSpPr/>
      </dsp:nvSpPr>
      <dsp:spPr>
        <a:xfrm>
          <a:off x="623842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Juvenile Production Estimate</a:t>
          </a:r>
        </a:p>
      </dsp:txBody>
      <dsp:txXfrm>
        <a:off x="6500538" y="1412705"/>
        <a:ext cx="1265577" cy="12655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A8E29-B225-4B36-96D6-C19635F0FB00}">
      <dsp:nvSpPr>
        <dsp:cNvPr id="0" name=""/>
        <dsp:cNvSpPr/>
      </dsp:nvSpPr>
      <dsp:spPr>
        <a:xfrm>
          <a:off x="5796816" y="96281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Hatchery Release</a:t>
          </a:r>
        </a:p>
      </dsp:txBody>
      <dsp:txXfrm>
        <a:off x="5796816" y="96281"/>
        <a:ext cx="1540371" cy="1540371"/>
      </dsp:txXfrm>
    </dsp:sp>
    <dsp:sp modelId="{5467263F-A94D-41BD-9C79-28F7B6FEC479}">
      <dsp:nvSpPr>
        <dsp:cNvPr id="0" name=""/>
        <dsp:cNvSpPr/>
      </dsp:nvSpPr>
      <dsp:spPr>
        <a:xfrm>
          <a:off x="3080905" y="-1225"/>
          <a:ext cx="4353789" cy="4353789"/>
        </a:xfrm>
        <a:prstGeom prst="circularArrow">
          <a:avLst>
            <a:gd name="adj1" fmla="val 6899"/>
            <a:gd name="adj2" fmla="val 465117"/>
            <a:gd name="adj3" fmla="val 550404"/>
            <a:gd name="adj4" fmla="val 20584479"/>
            <a:gd name="adj5" fmla="val 804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898EF-9CEC-471B-B7CE-7F0A9959D969}">
      <dsp:nvSpPr>
        <dsp:cNvPr id="0" name=""/>
        <dsp:cNvSpPr/>
      </dsp:nvSpPr>
      <dsp:spPr>
        <a:xfrm>
          <a:off x="5796816" y="2714685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Cross reference WY type</a:t>
          </a:r>
        </a:p>
      </dsp:txBody>
      <dsp:txXfrm>
        <a:off x="5796816" y="2714685"/>
        <a:ext cx="1540371" cy="1540371"/>
      </dsp:txXfrm>
    </dsp:sp>
    <dsp:sp modelId="{23686CB5-0159-4A4F-B792-4D4EAEDC2802}">
      <dsp:nvSpPr>
        <dsp:cNvPr id="0" name=""/>
        <dsp:cNvSpPr/>
      </dsp:nvSpPr>
      <dsp:spPr>
        <a:xfrm>
          <a:off x="3080905" y="-1225"/>
          <a:ext cx="4353789" cy="4353789"/>
        </a:xfrm>
        <a:prstGeom prst="circularArrow">
          <a:avLst>
            <a:gd name="adj1" fmla="val 6899"/>
            <a:gd name="adj2" fmla="val 465117"/>
            <a:gd name="adj3" fmla="val 5950404"/>
            <a:gd name="adj4" fmla="val 4384479"/>
            <a:gd name="adj5" fmla="val 804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6F852-6954-4516-BD93-D248FDCC660E}">
      <dsp:nvSpPr>
        <dsp:cNvPr id="0" name=""/>
        <dsp:cNvSpPr/>
      </dsp:nvSpPr>
      <dsp:spPr>
        <a:xfrm>
          <a:off x="3178412" y="2714685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Grab Survival Estimate</a:t>
          </a:r>
        </a:p>
      </dsp:txBody>
      <dsp:txXfrm>
        <a:off x="3178412" y="2714685"/>
        <a:ext cx="1540371" cy="1540371"/>
      </dsp:txXfrm>
    </dsp:sp>
    <dsp:sp modelId="{D41E5203-D68F-4307-A37A-C7FB2E716D71}">
      <dsp:nvSpPr>
        <dsp:cNvPr id="0" name=""/>
        <dsp:cNvSpPr/>
      </dsp:nvSpPr>
      <dsp:spPr>
        <a:xfrm>
          <a:off x="3080905" y="-1225"/>
          <a:ext cx="4353789" cy="4353789"/>
        </a:xfrm>
        <a:prstGeom prst="circularArrow">
          <a:avLst>
            <a:gd name="adj1" fmla="val 6899"/>
            <a:gd name="adj2" fmla="val 465117"/>
            <a:gd name="adj3" fmla="val 11350404"/>
            <a:gd name="adj4" fmla="val 9784479"/>
            <a:gd name="adj5" fmla="val 804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59F98-977B-4F3C-820D-121F911980BD}">
      <dsp:nvSpPr>
        <dsp:cNvPr id="0" name=""/>
        <dsp:cNvSpPr/>
      </dsp:nvSpPr>
      <dsp:spPr>
        <a:xfrm>
          <a:off x="3178412" y="96281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Add to running JPE total</a:t>
          </a:r>
        </a:p>
      </dsp:txBody>
      <dsp:txXfrm>
        <a:off x="3178412" y="96281"/>
        <a:ext cx="1540371" cy="1540371"/>
      </dsp:txXfrm>
    </dsp:sp>
    <dsp:sp modelId="{440CE0FE-8C4A-422A-995A-9D53FDA0CE20}">
      <dsp:nvSpPr>
        <dsp:cNvPr id="0" name=""/>
        <dsp:cNvSpPr/>
      </dsp:nvSpPr>
      <dsp:spPr>
        <a:xfrm>
          <a:off x="3080905" y="-1225"/>
          <a:ext cx="4353789" cy="4353789"/>
        </a:xfrm>
        <a:prstGeom prst="circularArrow">
          <a:avLst>
            <a:gd name="adj1" fmla="val 6899"/>
            <a:gd name="adj2" fmla="val 465117"/>
            <a:gd name="adj3" fmla="val 16750404"/>
            <a:gd name="adj4" fmla="val 15184479"/>
            <a:gd name="adj5" fmla="val 804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A8E29-B225-4B36-96D6-C19635F0FB00}">
      <dsp:nvSpPr>
        <dsp:cNvPr id="0" name=""/>
        <dsp:cNvSpPr/>
      </dsp:nvSpPr>
      <dsp:spPr>
        <a:xfrm>
          <a:off x="5796816" y="96281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strike="sngStrike" kern="1200" dirty="0"/>
            <a:t>Hatchery Release</a:t>
          </a:r>
        </a:p>
      </dsp:txBody>
      <dsp:txXfrm>
        <a:off x="5796816" y="96281"/>
        <a:ext cx="1540371" cy="1540371"/>
      </dsp:txXfrm>
    </dsp:sp>
    <dsp:sp modelId="{5467263F-A94D-41BD-9C79-28F7B6FEC479}">
      <dsp:nvSpPr>
        <dsp:cNvPr id="0" name=""/>
        <dsp:cNvSpPr/>
      </dsp:nvSpPr>
      <dsp:spPr>
        <a:xfrm>
          <a:off x="3080905" y="-1225"/>
          <a:ext cx="4353789" cy="4353789"/>
        </a:xfrm>
        <a:prstGeom prst="circularArrow">
          <a:avLst>
            <a:gd name="adj1" fmla="val 6899"/>
            <a:gd name="adj2" fmla="val 465117"/>
            <a:gd name="adj3" fmla="val 550404"/>
            <a:gd name="adj4" fmla="val 20584479"/>
            <a:gd name="adj5" fmla="val 804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898EF-9CEC-471B-B7CE-7F0A9959D969}">
      <dsp:nvSpPr>
        <dsp:cNvPr id="0" name=""/>
        <dsp:cNvSpPr/>
      </dsp:nvSpPr>
      <dsp:spPr>
        <a:xfrm>
          <a:off x="5796816" y="2714685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Cross reference WY type</a:t>
          </a:r>
        </a:p>
      </dsp:txBody>
      <dsp:txXfrm>
        <a:off x="5796816" y="2714685"/>
        <a:ext cx="1540371" cy="1540371"/>
      </dsp:txXfrm>
    </dsp:sp>
    <dsp:sp modelId="{23686CB5-0159-4A4F-B792-4D4EAEDC2802}">
      <dsp:nvSpPr>
        <dsp:cNvPr id="0" name=""/>
        <dsp:cNvSpPr/>
      </dsp:nvSpPr>
      <dsp:spPr>
        <a:xfrm>
          <a:off x="3080905" y="-1225"/>
          <a:ext cx="4353789" cy="4353789"/>
        </a:xfrm>
        <a:prstGeom prst="circularArrow">
          <a:avLst>
            <a:gd name="adj1" fmla="val 6899"/>
            <a:gd name="adj2" fmla="val 465117"/>
            <a:gd name="adj3" fmla="val 5950404"/>
            <a:gd name="adj4" fmla="val 4384479"/>
            <a:gd name="adj5" fmla="val 804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6F852-6954-4516-BD93-D248FDCC660E}">
      <dsp:nvSpPr>
        <dsp:cNvPr id="0" name=""/>
        <dsp:cNvSpPr/>
      </dsp:nvSpPr>
      <dsp:spPr>
        <a:xfrm>
          <a:off x="3178412" y="2714685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Grab Survival Estimate</a:t>
          </a:r>
        </a:p>
      </dsp:txBody>
      <dsp:txXfrm>
        <a:off x="3178412" y="2714685"/>
        <a:ext cx="1540371" cy="1540371"/>
      </dsp:txXfrm>
    </dsp:sp>
    <dsp:sp modelId="{D41E5203-D68F-4307-A37A-C7FB2E716D71}">
      <dsp:nvSpPr>
        <dsp:cNvPr id="0" name=""/>
        <dsp:cNvSpPr/>
      </dsp:nvSpPr>
      <dsp:spPr>
        <a:xfrm>
          <a:off x="3080905" y="-1225"/>
          <a:ext cx="4353789" cy="4353789"/>
        </a:xfrm>
        <a:prstGeom prst="circularArrow">
          <a:avLst>
            <a:gd name="adj1" fmla="val 6899"/>
            <a:gd name="adj2" fmla="val 465117"/>
            <a:gd name="adj3" fmla="val 11350404"/>
            <a:gd name="adj4" fmla="val 9784479"/>
            <a:gd name="adj5" fmla="val 804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59F98-977B-4F3C-820D-121F911980BD}">
      <dsp:nvSpPr>
        <dsp:cNvPr id="0" name=""/>
        <dsp:cNvSpPr/>
      </dsp:nvSpPr>
      <dsp:spPr>
        <a:xfrm>
          <a:off x="3178412" y="96281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Add to running JPE total</a:t>
          </a:r>
        </a:p>
      </dsp:txBody>
      <dsp:txXfrm>
        <a:off x="3178412" y="96281"/>
        <a:ext cx="1540371" cy="1540371"/>
      </dsp:txXfrm>
    </dsp:sp>
    <dsp:sp modelId="{440CE0FE-8C4A-422A-995A-9D53FDA0CE20}">
      <dsp:nvSpPr>
        <dsp:cNvPr id="0" name=""/>
        <dsp:cNvSpPr/>
      </dsp:nvSpPr>
      <dsp:spPr>
        <a:xfrm>
          <a:off x="3080905" y="17800"/>
          <a:ext cx="4353789" cy="4353789"/>
        </a:xfrm>
        <a:prstGeom prst="circularArrow">
          <a:avLst>
            <a:gd name="adj1" fmla="val 6899"/>
            <a:gd name="adj2" fmla="val 465117"/>
            <a:gd name="adj3" fmla="val 16750404"/>
            <a:gd name="adj4" fmla="val 15184479"/>
            <a:gd name="adj5" fmla="val 804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2B070-5E75-4E93-993A-526D3E88980C}">
      <dsp:nvSpPr>
        <dsp:cNvPr id="0" name=""/>
        <dsp:cNvSpPr/>
      </dsp:nvSpPr>
      <dsp:spPr>
        <a:xfrm>
          <a:off x="1350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645k</a:t>
          </a:r>
        </a:p>
      </dsp:txBody>
      <dsp:txXfrm>
        <a:off x="263459" y="1412705"/>
        <a:ext cx="1265577" cy="1265577"/>
      </dsp:txXfrm>
    </dsp:sp>
    <dsp:sp modelId="{3B3D606B-8FC2-422E-89A0-2A54C9872FD3}">
      <dsp:nvSpPr>
        <dsp:cNvPr id="0" name=""/>
        <dsp:cNvSpPr/>
      </dsp:nvSpPr>
      <dsp:spPr>
        <a:xfrm>
          <a:off x="1936477" y="1526453"/>
          <a:ext cx="1038081" cy="1038081"/>
        </a:xfrm>
        <a:prstGeom prst="mathMultiply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2099476" y="1689452"/>
        <a:ext cx="712083" cy="712083"/>
      </dsp:txXfrm>
    </dsp:sp>
    <dsp:sp modelId="{219CB490-64E8-4EE6-B753-1F3A0A0E0158}">
      <dsp:nvSpPr>
        <dsp:cNvPr id="0" name=""/>
        <dsp:cNvSpPr/>
      </dsp:nvSpPr>
      <dsp:spPr>
        <a:xfrm>
          <a:off x="311988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29%</a:t>
          </a:r>
        </a:p>
      </dsp:txBody>
      <dsp:txXfrm>
        <a:off x="3381998" y="1412705"/>
        <a:ext cx="1265577" cy="1265577"/>
      </dsp:txXfrm>
    </dsp:sp>
    <dsp:sp modelId="{F94947EE-3C60-4630-8D20-04B5F6E29D5B}">
      <dsp:nvSpPr>
        <dsp:cNvPr id="0" name=""/>
        <dsp:cNvSpPr/>
      </dsp:nvSpPr>
      <dsp:spPr>
        <a:xfrm>
          <a:off x="5055016" y="1526453"/>
          <a:ext cx="1038081" cy="1038081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5192614" y="1740298"/>
        <a:ext cx="762885" cy="610391"/>
      </dsp:txXfrm>
    </dsp:sp>
    <dsp:sp modelId="{7BABF50C-7BA8-4860-9CD9-5FC04A4AD803}">
      <dsp:nvSpPr>
        <dsp:cNvPr id="0" name=""/>
        <dsp:cNvSpPr/>
      </dsp:nvSpPr>
      <dsp:spPr>
        <a:xfrm>
          <a:off x="623842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187k</a:t>
          </a:r>
        </a:p>
      </dsp:txBody>
      <dsp:txXfrm>
        <a:off x="6500538" y="1412705"/>
        <a:ext cx="1265577" cy="12655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2B070-5E75-4E93-993A-526D3E88980C}">
      <dsp:nvSpPr>
        <dsp:cNvPr id="0" name=""/>
        <dsp:cNvSpPr/>
      </dsp:nvSpPr>
      <dsp:spPr>
        <a:xfrm>
          <a:off x="1350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233K</a:t>
          </a:r>
        </a:p>
      </dsp:txBody>
      <dsp:txXfrm>
        <a:off x="263459" y="1412705"/>
        <a:ext cx="1265577" cy="1265577"/>
      </dsp:txXfrm>
    </dsp:sp>
    <dsp:sp modelId="{3B3D606B-8FC2-422E-89A0-2A54C9872FD3}">
      <dsp:nvSpPr>
        <dsp:cNvPr id="0" name=""/>
        <dsp:cNvSpPr/>
      </dsp:nvSpPr>
      <dsp:spPr>
        <a:xfrm>
          <a:off x="1936477" y="1526453"/>
          <a:ext cx="1038081" cy="1038081"/>
        </a:xfrm>
        <a:prstGeom prst="mathMultiply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2099476" y="1689452"/>
        <a:ext cx="712083" cy="712083"/>
      </dsp:txXfrm>
    </dsp:sp>
    <dsp:sp modelId="{219CB490-64E8-4EE6-B753-1F3A0A0E0158}">
      <dsp:nvSpPr>
        <dsp:cNvPr id="0" name=""/>
        <dsp:cNvSpPr/>
      </dsp:nvSpPr>
      <dsp:spPr>
        <a:xfrm>
          <a:off x="311988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72%</a:t>
          </a:r>
        </a:p>
      </dsp:txBody>
      <dsp:txXfrm>
        <a:off x="3381998" y="1412705"/>
        <a:ext cx="1265577" cy="1265577"/>
      </dsp:txXfrm>
    </dsp:sp>
    <dsp:sp modelId="{F94947EE-3C60-4630-8D20-04B5F6E29D5B}">
      <dsp:nvSpPr>
        <dsp:cNvPr id="0" name=""/>
        <dsp:cNvSpPr/>
      </dsp:nvSpPr>
      <dsp:spPr>
        <a:xfrm>
          <a:off x="5055016" y="1526453"/>
          <a:ext cx="1038081" cy="1038081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5192614" y="1740298"/>
        <a:ext cx="762885" cy="610391"/>
      </dsp:txXfrm>
    </dsp:sp>
    <dsp:sp modelId="{7BABF50C-7BA8-4860-9CD9-5FC04A4AD803}">
      <dsp:nvSpPr>
        <dsp:cNvPr id="0" name=""/>
        <dsp:cNvSpPr/>
      </dsp:nvSpPr>
      <dsp:spPr>
        <a:xfrm>
          <a:off x="623842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167k</a:t>
          </a:r>
        </a:p>
      </dsp:txBody>
      <dsp:txXfrm>
        <a:off x="6500538" y="1412705"/>
        <a:ext cx="1265577" cy="12655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2B070-5E75-4E93-993A-526D3E88980C}">
      <dsp:nvSpPr>
        <dsp:cNvPr id="0" name=""/>
        <dsp:cNvSpPr/>
      </dsp:nvSpPr>
      <dsp:spPr>
        <a:xfrm>
          <a:off x="1350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645k</a:t>
          </a:r>
        </a:p>
      </dsp:txBody>
      <dsp:txXfrm>
        <a:off x="263459" y="1412705"/>
        <a:ext cx="1265577" cy="1265577"/>
      </dsp:txXfrm>
    </dsp:sp>
    <dsp:sp modelId="{3B3D606B-8FC2-422E-89A0-2A54C9872FD3}">
      <dsp:nvSpPr>
        <dsp:cNvPr id="0" name=""/>
        <dsp:cNvSpPr/>
      </dsp:nvSpPr>
      <dsp:spPr>
        <a:xfrm>
          <a:off x="1936477" y="1526453"/>
          <a:ext cx="1038081" cy="1038081"/>
        </a:xfrm>
        <a:prstGeom prst="mathMultiply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2099476" y="1689452"/>
        <a:ext cx="712083" cy="712083"/>
      </dsp:txXfrm>
    </dsp:sp>
    <dsp:sp modelId="{219CB490-64E8-4EE6-B753-1F3A0A0E0158}">
      <dsp:nvSpPr>
        <dsp:cNvPr id="0" name=""/>
        <dsp:cNvSpPr/>
      </dsp:nvSpPr>
      <dsp:spPr>
        <a:xfrm>
          <a:off x="311988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29%</a:t>
          </a:r>
        </a:p>
      </dsp:txBody>
      <dsp:txXfrm>
        <a:off x="3381998" y="1412705"/>
        <a:ext cx="1265577" cy="1265577"/>
      </dsp:txXfrm>
    </dsp:sp>
    <dsp:sp modelId="{F94947EE-3C60-4630-8D20-04B5F6E29D5B}">
      <dsp:nvSpPr>
        <dsp:cNvPr id="0" name=""/>
        <dsp:cNvSpPr/>
      </dsp:nvSpPr>
      <dsp:spPr>
        <a:xfrm>
          <a:off x="5055016" y="1526453"/>
          <a:ext cx="1038081" cy="1038081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5192614" y="1740298"/>
        <a:ext cx="762885" cy="610391"/>
      </dsp:txXfrm>
    </dsp:sp>
    <dsp:sp modelId="{7BABF50C-7BA8-4860-9CD9-5FC04A4AD803}">
      <dsp:nvSpPr>
        <dsp:cNvPr id="0" name=""/>
        <dsp:cNvSpPr/>
      </dsp:nvSpPr>
      <dsp:spPr>
        <a:xfrm>
          <a:off x="623842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187k</a:t>
          </a:r>
        </a:p>
      </dsp:txBody>
      <dsp:txXfrm>
        <a:off x="6500538" y="1412705"/>
        <a:ext cx="1265577" cy="126557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2B070-5E75-4E93-993A-526D3E88980C}">
      <dsp:nvSpPr>
        <dsp:cNvPr id="0" name=""/>
        <dsp:cNvSpPr/>
      </dsp:nvSpPr>
      <dsp:spPr>
        <a:xfrm>
          <a:off x="1350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233K</a:t>
          </a:r>
        </a:p>
      </dsp:txBody>
      <dsp:txXfrm>
        <a:off x="263459" y="1412705"/>
        <a:ext cx="1265577" cy="1265577"/>
      </dsp:txXfrm>
    </dsp:sp>
    <dsp:sp modelId="{3B3D606B-8FC2-422E-89A0-2A54C9872FD3}">
      <dsp:nvSpPr>
        <dsp:cNvPr id="0" name=""/>
        <dsp:cNvSpPr/>
      </dsp:nvSpPr>
      <dsp:spPr>
        <a:xfrm>
          <a:off x="1936477" y="1526453"/>
          <a:ext cx="1038081" cy="1038081"/>
        </a:xfrm>
        <a:prstGeom prst="mathMultiply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2099476" y="1689452"/>
        <a:ext cx="712083" cy="712083"/>
      </dsp:txXfrm>
    </dsp:sp>
    <dsp:sp modelId="{219CB490-64E8-4EE6-B753-1F3A0A0E0158}">
      <dsp:nvSpPr>
        <dsp:cNvPr id="0" name=""/>
        <dsp:cNvSpPr/>
      </dsp:nvSpPr>
      <dsp:spPr>
        <a:xfrm>
          <a:off x="311988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72%</a:t>
          </a:r>
        </a:p>
      </dsp:txBody>
      <dsp:txXfrm>
        <a:off x="3381998" y="1412705"/>
        <a:ext cx="1265577" cy="1265577"/>
      </dsp:txXfrm>
    </dsp:sp>
    <dsp:sp modelId="{F94947EE-3C60-4630-8D20-04B5F6E29D5B}">
      <dsp:nvSpPr>
        <dsp:cNvPr id="0" name=""/>
        <dsp:cNvSpPr/>
      </dsp:nvSpPr>
      <dsp:spPr>
        <a:xfrm>
          <a:off x="5055016" y="1526453"/>
          <a:ext cx="1038081" cy="1038081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5192614" y="1740298"/>
        <a:ext cx="762885" cy="610391"/>
      </dsp:txXfrm>
    </dsp:sp>
    <dsp:sp modelId="{7BABF50C-7BA8-4860-9CD9-5FC04A4AD803}">
      <dsp:nvSpPr>
        <dsp:cNvPr id="0" name=""/>
        <dsp:cNvSpPr/>
      </dsp:nvSpPr>
      <dsp:spPr>
        <a:xfrm>
          <a:off x="623842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167k</a:t>
          </a:r>
        </a:p>
      </dsp:txBody>
      <dsp:txXfrm>
        <a:off x="6500538" y="1412705"/>
        <a:ext cx="1265577" cy="126557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2B070-5E75-4E93-993A-526D3E88980C}">
      <dsp:nvSpPr>
        <dsp:cNvPr id="0" name=""/>
        <dsp:cNvSpPr/>
      </dsp:nvSpPr>
      <dsp:spPr>
        <a:xfrm>
          <a:off x="1350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645k</a:t>
          </a:r>
        </a:p>
      </dsp:txBody>
      <dsp:txXfrm>
        <a:off x="263459" y="1412705"/>
        <a:ext cx="1265577" cy="1265577"/>
      </dsp:txXfrm>
    </dsp:sp>
    <dsp:sp modelId="{3B3D606B-8FC2-422E-89A0-2A54C9872FD3}">
      <dsp:nvSpPr>
        <dsp:cNvPr id="0" name=""/>
        <dsp:cNvSpPr/>
      </dsp:nvSpPr>
      <dsp:spPr>
        <a:xfrm>
          <a:off x="1936477" y="1526453"/>
          <a:ext cx="1038081" cy="1038081"/>
        </a:xfrm>
        <a:prstGeom prst="mathMultiply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2099476" y="1689452"/>
        <a:ext cx="712083" cy="712083"/>
      </dsp:txXfrm>
    </dsp:sp>
    <dsp:sp modelId="{219CB490-64E8-4EE6-B753-1F3A0A0E0158}">
      <dsp:nvSpPr>
        <dsp:cNvPr id="0" name=""/>
        <dsp:cNvSpPr/>
      </dsp:nvSpPr>
      <dsp:spPr>
        <a:xfrm>
          <a:off x="311988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29%</a:t>
          </a:r>
        </a:p>
      </dsp:txBody>
      <dsp:txXfrm>
        <a:off x="3381998" y="1412705"/>
        <a:ext cx="1265577" cy="1265577"/>
      </dsp:txXfrm>
    </dsp:sp>
    <dsp:sp modelId="{F94947EE-3C60-4630-8D20-04B5F6E29D5B}">
      <dsp:nvSpPr>
        <dsp:cNvPr id="0" name=""/>
        <dsp:cNvSpPr/>
      </dsp:nvSpPr>
      <dsp:spPr>
        <a:xfrm>
          <a:off x="5055016" y="1526453"/>
          <a:ext cx="1038081" cy="1038081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5192614" y="1740298"/>
        <a:ext cx="762885" cy="610391"/>
      </dsp:txXfrm>
    </dsp:sp>
    <dsp:sp modelId="{7BABF50C-7BA8-4860-9CD9-5FC04A4AD803}">
      <dsp:nvSpPr>
        <dsp:cNvPr id="0" name=""/>
        <dsp:cNvSpPr/>
      </dsp:nvSpPr>
      <dsp:spPr>
        <a:xfrm>
          <a:off x="6238429" y="1150596"/>
          <a:ext cx="1789795" cy="17897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187k</a:t>
          </a:r>
        </a:p>
      </dsp:txBody>
      <dsp:txXfrm>
        <a:off x="6500538" y="1412705"/>
        <a:ext cx="1265577" cy="1265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0E11E-625D-4C64-A767-6BE778B1518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A04B1-9698-4EE5-9BCF-8327E41F3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70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A04B1-9698-4EE5-9BCF-8327E41F37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77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FE65D-90AB-51F9-3564-0AC3302A0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7CA53-7AE3-6EEA-5FFD-544F61FD1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F1534-749D-CDA5-DF3E-597C1AE2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CA9F-D25C-553B-3109-774C7A80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C1741-DB6A-EC0F-B23A-DDA9E2FC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8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75D0-F99D-B452-E96D-238611A7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7171C-0D41-2925-FA28-DF6C4D289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99493-08A4-82E0-DF7A-649809D7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3D74D-1CA0-2DF0-3836-EC83A59B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54CC6-987E-2863-C01D-4EA90B3B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9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1B9C-4C83-5BA9-306A-4DC1E8AB3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B33DE-38D9-8E62-E33B-0B2449704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5922F-8D67-D5C0-7ECE-7D7AE22E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BA429-2522-96A0-E69D-0E43C251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5FC30-0233-35F6-88A5-FE190D6A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6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B50D-02EF-F785-3179-253190B8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6D34E-253B-CFAC-99E3-ED5AA03A4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53131-71B9-02FB-415F-5479888C2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79687-EDF5-D823-804B-02D86728E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54A70-59AE-BF6E-3450-820F2832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45C1D-1C3F-ECCD-DED5-97F7A599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19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49CD-2B18-4EFD-C00C-2EB77548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82CEE-74F5-55D8-7D09-5D0A806F9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D8BA5-0AE9-E78A-DBC6-28B637C49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17B58-B1B1-13B7-0CAF-C198D5C31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A346DF-A0E4-AC3C-5454-3BDFC2391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4593F3-434F-CBDA-D19D-CADE68EC3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EB3893-EFE2-F9C4-6CE4-285667A10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77A248-E28D-188D-D8C0-394DD520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0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3A0D-2508-48DC-E2E4-FFC6A84B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80247-E827-6202-78D0-5A1C6CF2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45A99-31BC-D034-8F6B-4777D51E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4A806-CC1E-C1FE-AF7A-ACEC7142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2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007A4-D019-7DD9-801C-4AB438ED8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32C3B-BAFE-CA5E-013B-F2D61CEF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6FFBC-DA10-8940-C48A-87E5D9DF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15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254E-8763-9AFE-E39A-439596D2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243DF-D987-CC57-D7F8-8B7D55A86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BCE38-0785-8A67-39B9-B043C920B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6FAA0-E9D4-2D50-D674-42E6A7F3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C12A2-CF88-D2E9-9013-71D108B3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02B73-D1B9-D36B-DF0C-3E630EE8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3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1C536-2BA8-387A-C3A1-4DF1ECA0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145A1-B96D-B3E2-4AD5-06BFF7D78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6260A-96B1-5CDA-B9AC-AEF162BC7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70CAC-B53F-A14B-B25C-DE8CCA1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C34E8-00C8-1BA7-1AE9-FB888DB5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0FAFE-E4F0-2350-38DF-4E509C6C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8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1394E-6805-C539-ADC8-56BBDB00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66E3A-6C06-85D4-6E4E-541315AEA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097B3-0DA8-20FF-5864-2B1A7FC07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02712-AF34-B9B7-336D-191343B6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D6046-3817-25D8-4C50-E889D34D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3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280BB-5A29-22B2-27B0-AF3DA05B4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A8A33-0F81-9596-D6B8-F47564225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C03BD-9FB2-61AA-0CA2-D2F85CCB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E78D-B731-1AB0-1024-4AF40410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296A-C04E-A4A4-1AEC-292B5ABF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3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17DB1C-ADD1-516B-511D-1571F746B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EC5B4-9A6D-D129-52CA-ECA985E7A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C856-326E-788A-5138-D1D2CBB60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7A384-457F-4EA2-AD36-93B5D92BCEF6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C6C74-E7F3-A129-B324-E5F7F3672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B2EE3-5DEF-4F4A-BF00-7411E4302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6BC3F-6D03-4DDB-A4C9-CB42AD046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0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AC2AC-A927-A156-8CF9-0E6D5DE2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5 - Steelhead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2648C-796C-56F5-92C8-ED14467E2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Annual Loss Threshold – 1% of JPE</a:t>
            </a:r>
          </a:p>
          <a:p>
            <a:r>
              <a:rPr lang="en-US" dirty="0"/>
              <a:t>JPE based on hatchery steelhead</a:t>
            </a:r>
          </a:p>
          <a:p>
            <a:pPr lvl="1"/>
            <a:r>
              <a:rPr lang="en-US" dirty="0"/>
              <a:t>Sacramento River – Coleman, Nimbus, Feather</a:t>
            </a:r>
          </a:p>
          <a:p>
            <a:pPr lvl="1"/>
            <a:r>
              <a:rPr lang="en-US" dirty="0"/>
              <a:t>San Joaquin River – Mokelumne</a:t>
            </a:r>
          </a:p>
          <a:p>
            <a:pPr lvl="1"/>
            <a:r>
              <a:rPr lang="en-US" u="sng" dirty="0"/>
              <a:t>Normal hatchery practices</a:t>
            </a:r>
          </a:p>
          <a:p>
            <a:r>
              <a:rPr lang="en-US" dirty="0"/>
              <a:t>Based on historical survival from release sites to Delta entry</a:t>
            </a:r>
          </a:p>
          <a:p>
            <a:pPr lvl="1"/>
            <a:r>
              <a:rPr lang="en-US" dirty="0"/>
              <a:t>May modify survival estimates based on year-specific conditions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78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7C24-6E41-3EFC-2452-78D1E422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438"/>
            <a:ext cx="10515600" cy="1325563"/>
          </a:xfrm>
        </p:spPr>
        <p:txBody>
          <a:bodyPr/>
          <a:lstStyle/>
          <a:p>
            <a:r>
              <a:rPr lang="en-US" dirty="0"/>
              <a:t>Hatchery JPE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809D7D-7192-E2CB-0DAB-3311A206C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832324"/>
              </p:ext>
            </p:extLst>
          </p:nvPr>
        </p:nvGraphicFramePr>
        <p:xfrm>
          <a:off x="2847975" y="2085975"/>
          <a:ext cx="8029575" cy="409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F72884-42A7-C554-7136-48816F987C64}"/>
              </a:ext>
            </a:extLst>
          </p:cNvPr>
          <p:cNvSpPr txBox="1"/>
          <p:nvPr/>
        </p:nvSpPr>
        <p:spPr>
          <a:xfrm>
            <a:off x="942975" y="2153712"/>
            <a:ext cx="19050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5000" dirty="0"/>
              <a:t>Σ</a:t>
            </a:r>
            <a:endParaRPr lang="en-US" sz="25000" dirty="0"/>
          </a:p>
        </p:txBody>
      </p:sp>
    </p:spTree>
    <p:extLst>
      <p:ext uri="{BB962C8B-B14F-4D97-AF65-F5344CB8AC3E}">
        <p14:creationId xmlns:p14="http://schemas.microsoft.com/office/powerpoint/2010/main" val="2871299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D232-6C42-A873-97FE-435E2C1B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Estimates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4A76705-6297-236C-F970-0AF4414E07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617199"/>
              </p:ext>
            </p:extLst>
          </p:nvPr>
        </p:nvGraphicFramePr>
        <p:xfrm>
          <a:off x="838200" y="2070100"/>
          <a:ext cx="10515597" cy="271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8878316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3998083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34484681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r>
                        <a:rPr lang="en-US" dirty="0"/>
                        <a:t>Water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Survival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31881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lang="en-US" dirty="0"/>
                        <a:t>Sacramento 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0.205 – 0.433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Sandstrom et al. (2020)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20917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lang="en-US" dirty="0"/>
                        <a:t>Feather 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 – 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Kurth (2013) – just an abstract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8303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lang="en-US" dirty="0"/>
                        <a:t>American 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 – 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Brodsky et al. (2020)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200938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lang="en-US" dirty="0"/>
                        <a:t>Mokelumne 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 – 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 Real et al. (2012)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672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04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DF8A-4FBA-80C5-FA80-A7FDC64E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F167-5770-9F30-2548-516A9E7B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68475"/>
          </a:xfrm>
        </p:spPr>
        <p:txBody>
          <a:bodyPr>
            <a:normAutofit/>
          </a:bodyPr>
          <a:lstStyle/>
          <a:p>
            <a:r>
              <a:rPr lang="en-US" dirty="0"/>
              <a:t>Survival Estimates</a:t>
            </a:r>
            <a:br>
              <a:rPr lang="en-US" dirty="0"/>
            </a:br>
            <a:br>
              <a:rPr lang="en-US" dirty="0"/>
            </a:br>
            <a:r>
              <a:rPr lang="en-US" sz="2700" u="sng" dirty="0"/>
              <a:t>Assuming survival and water year type are positively correlated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AFEFF0-520B-96DE-B961-CC3551DE20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897491"/>
              </p:ext>
            </p:extLst>
          </p:nvPr>
        </p:nvGraphicFramePr>
        <p:xfrm>
          <a:off x="1676400" y="2133600"/>
          <a:ext cx="8067674" cy="3819525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398054">
                  <a:extLst>
                    <a:ext uri="{9D8B030D-6E8A-4147-A177-3AD203B41FA5}">
                      <a16:colId xmlns:a16="http://schemas.microsoft.com/office/drawing/2014/main" val="438239128"/>
                    </a:ext>
                  </a:extLst>
                </a:gridCol>
                <a:gridCol w="1667405">
                  <a:extLst>
                    <a:ext uri="{9D8B030D-6E8A-4147-A177-3AD203B41FA5}">
                      <a16:colId xmlns:a16="http://schemas.microsoft.com/office/drawing/2014/main" val="161993701"/>
                    </a:ext>
                  </a:extLst>
                </a:gridCol>
                <a:gridCol w="1667405">
                  <a:extLst>
                    <a:ext uri="{9D8B030D-6E8A-4147-A177-3AD203B41FA5}">
                      <a16:colId xmlns:a16="http://schemas.microsoft.com/office/drawing/2014/main" val="202254403"/>
                    </a:ext>
                  </a:extLst>
                </a:gridCol>
                <a:gridCol w="1667405">
                  <a:extLst>
                    <a:ext uri="{9D8B030D-6E8A-4147-A177-3AD203B41FA5}">
                      <a16:colId xmlns:a16="http://schemas.microsoft.com/office/drawing/2014/main" val="4092306776"/>
                    </a:ext>
                  </a:extLst>
                </a:gridCol>
                <a:gridCol w="1667405">
                  <a:extLst>
                    <a:ext uri="{9D8B030D-6E8A-4147-A177-3AD203B41FA5}">
                      <a16:colId xmlns:a16="http://schemas.microsoft.com/office/drawing/2014/main" val="3328083990"/>
                    </a:ext>
                  </a:extLst>
                </a:gridCol>
              </a:tblGrid>
              <a:tr h="119870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Water Year Type</a:t>
                      </a: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Coleman National Fish Hatchery</a:t>
                      </a:r>
                      <a:r>
                        <a:rPr lang="en-US" sz="1800" b="0">
                          <a:effectLst/>
                        </a:rPr>
                        <a:t> </a:t>
                      </a:r>
                      <a:endParaRPr lang="en-US" sz="32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Feather River Fish Hatchery</a:t>
                      </a:r>
                      <a:r>
                        <a:rPr lang="en-US" sz="1800" b="0">
                          <a:effectLst/>
                        </a:rPr>
                        <a:t> </a:t>
                      </a:r>
                      <a:endParaRPr lang="en-US" sz="32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1" dirty="0">
                          <a:effectLst/>
                        </a:rPr>
                        <a:t>Nimbus Fish Hatchery</a:t>
                      </a: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Mokelumne Fish Hatchery</a:t>
                      </a:r>
                      <a:r>
                        <a:rPr lang="en-US" sz="1800" b="0">
                          <a:effectLst/>
                        </a:rPr>
                        <a:t> </a:t>
                      </a:r>
                      <a:endParaRPr lang="en-US" sz="3200" b="0" i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866904"/>
                  </a:ext>
                </a:extLst>
              </a:tr>
              <a:tr h="4203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Critical </a:t>
                      </a:r>
                      <a:endParaRPr lang="en-US" sz="32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0.21 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0.9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0.62 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0.25 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963707"/>
                  </a:ext>
                </a:extLst>
              </a:tr>
              <a:tr h="4203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Dry </a:t>
                      </a:r>
                      <a:endParaRPr lang="en-US" sz="32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0.27 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0.18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0.67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0.27 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988170"/>
                  </a:ext>
                </a:extLst>
              </a:tr>
              <a:tr h="67982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Below Normal </a:t>
                      </a:r>
                      <a:endParaRPr lang="en-US" sz="32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0.32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0.27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0.72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0.29 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400131"/>
                  </a:ext>
                </a:extLst>
              </a:tr>
              <a:tr h="67982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Above Normal </a:t>
                      </a:r>
                      <a:endParaRPr lang="en-US" sz="32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0.38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0.36 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0.78 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0.31 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039751"/>
                  </a:ext>
                </a:extLst>
              </a:tr>
              <a:tr h="4203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Wet </a:t>
                      </a:r>
                      <a:endParaRPr lang="en-US" sz="3200" b="0" i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0.43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0.45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 dirty="0">
                          <a:effectLst/>
                        </a:rPr>
                        <a:t>0.83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800" b="0">
                          <a:effectLst/>
                        </a:rPr>
                        <a:t>0.33 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795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432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C4DF-39E5-C86C-79F2-5AECB7C5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Water Year 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A88689-653E-0001-3951-31E7EC7B9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931" y="2368235"/>
            <a:ext cx="8229375" cy="29870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E3B12F58-C0D0-7629-0AB8-AFC3409BC9C5}"/>
              </a:ext>
            </a:extLst>
          </p:cNvPr>
          <p:cNvSpPr/>
          <p:nvPr/>
        </p:nvSpPr>
        <p:spPr>
          <a:xfrm>
            <a:off x="9528048" y="3364992"/>
            <a:ext cx="2551176" cy="47548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Coleman Fish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4D9232-0C58-B631-3246-490D0274A773}"/>
              </a:ext>
            </a:extLst>
          </p:cNvPr>
          <p:cNvSpPr/>
          <p:nvPr/>
        </p:nvSpPr>
        <p:spPr>
          <a:xfrm>
            <a:off x="5486400" y="3429000"/>
            <a:ext cx="777240" cy="329184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28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5B04-D009-B73B-0591-6CD243A6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D0AB9-C994-8A21-D326-8675969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Water Year 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A5B826-2126-1665-1578-9CD6A6481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931" y="2368235"/>
            <a:ext cx="8229375" cy="29870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7AD4B82F-805C-BC5F-A784-DEF0A08AB668}"/>
              </a:ext>
            </a:extLst>
          </p:cNvPr>
          <p:cNvSpPr/>
          <p:nvPr/>
        </p:nvSpPr>
        <p:spPr>
          <a:xfrm>
            <a:off x="9555480" y="3907478"/>
            <a:ext cx="2551176" cy="47548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 Hatchery Fish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CB681-C51B-1B52-95F1-531F6B01B17E}"/>
              </a:ext>
            </a:extLst>
          </p:cNvPr>
          <p:cNvSpPr/>
          <p:nvPr/>
        </p:nvSpPr>
        <p:spPr>
          <a:xfrm>
            <a:off x="5513832" y="3980630"/>
            <a:ext cx="777240" cy="329184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0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18CE3-E018-4BD0-081B-37876856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DA9D-6F2A-F58C-DF1C-62E26F2F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Water Year 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33ABAA-F393-68ED-D7A1-49DB30079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931" y="2368235"/>
            <a:ext cx="8229375" cy="29870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BBAA6617-A70B-6A83-B6D0-43049CC6EFF9}"/>
              </a:ext>
            </a:extLst>
          </p:cNvPr>
          <p:cNvSpPr/>
          <p:nvPr/>
        </p:nvSpPr>
        <p:spPr>
          <a:xfrm>
            <a:off x="9555480" y="3907478"/>
            <a:ext cx="2551176" cy="47548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 Hatchery Fish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4BDFD-B0E8-CF3B-17A5-7F468EFD90BD}"/>
              </a:ext>
            </a:extLst>
          </p:cNvPr>
          <p:cNvSpPr/>
          <p:nvPr/>
        </p:nvSpPr>
        <p:spPr>
          <a:xfrm>
            <a:off x="5513832" y="3980630"/>
            <a:ext cx="777240" cy="329184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CED2A-408C-7DC7-0450-E5960439106C}"/>
              </a:ext>
            </a:extLst>
          </p:cNvPr>
          <p:cNvSpPr txBox="1"/>
          <p:nvPr/>
        </p:nvSpPr>
        <p:spPr>
          <a:xfrm>
            <a:off x="3035808" y="3386484"/>
            <a:ext cx="4956048" cy="9233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/>
              <a:t>If water year type not available for month, either use previous month water year type or average survival estimates</a:t>
            </a:r>
          </a:p>
        </p:txBody>
      </p:sp>
    </p:spTree>
    <p:extLst>
      <p:ext uri="{BB962C8B-B14F-4D97-AF65-F5344CB8AC3E}">
        <p14:creationId xmlns:p14="http://schemas.microsoft.com/office/powerpoint/2010/main" val="158853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3EC5-CDF3-FCFC-0EB7-CDC82664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JPE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9C26D3-734B-2458-8867-DD2938ABA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00275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479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33458-F9AB-C6F5-8C82-320C2F74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E659-2040-4393-511E-AE0759FD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JPE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CE2644-F318-D443-CCB7-446BAD9F5F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8418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205C3C9-DC70-6076-7B0A-33818B97E414}"/>
              </a:ext>
            </a:extLst>
          </p:cNvPr>
          <p:cNvSpPr/>
          <p:nvPr/>
        </p:nvSpPr>
        <p:spPr>
          <a:xfrm>
            <a:off x="5324475" y="1825625"/>
            <a:ext cx="1352550" cy="727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9592B59-B877-18A1-4A1F-B374951A2A1C}"/>
              </a:ext>
            </a:extLst>
          </p:cNvPr>
          <p:cNvSpPr/>
          <p:nvPr/>
        </p:nvSpPr>
        <p:spPr>
          <a:xfrm>
            <a:off x="5676900" y="1927224"/>
            <a:ext cx="3952875" cy="5238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7489E-8194-6753-6128-A3CCD60E3BFB}"/>
              </a:ext>
            </a:extLst>
          </p:cNvPr>
          <p:cNvSpPr txBox="1"/>
          <p:nvPr/>
        </p:nvSpPr>
        <p:spPr>
          <a:xfrm>
            <a:off x="9801225" y="1927879"/>
            <a:ext cx="1609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Full JPE</a:t>
            </a:r>
          </a:p>
        </p:txBody>
      </p:sp>
    </p:spTree>
    <p:extLst>
      <p:ext uri="{BB962C8B-B14F-4D97-AF65-F5344CB8AC3E}">
        <p14:creationId xmlns:p14="http://schemas.microsoft.com/office/powerpoint/2010/main" val="77764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8965-3B13-4241-888E-66B536DA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WY2026</a:t>
            </a:r>
            <a:br>
              <a:rPr lang="en-US" dirty="0"/>
            </a:br>
            <a:r>
              <a:rPr lang="en-US" sz="2000" dirty="0"/>
              <a:t>Forecasted Sac WY type = Below Normal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E2630649-943B-47D2-C4F4-86342063DA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7780539"/>
              </p:ext>
            </p:extLst>
          </p:nvPr>
        </p:nvGraphicFramePr>
        <p:xfrm>
          <a:off x="838200" y="1027906"/>
          <a:ext cx="8029575" cy="409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055C3C8-7F6D-9B67-F668-F46166DFE75E}"/>
              </a:ext>
            </a:extLst>
          </p:cNvPr>
          <p:cNvSpPr txBox="1"/>
          <p:nvPr/>
        </p:nvSpPr>
        <p:spPr>
          <a:xfrm>
            <a:off x="1000125" y="1600200"/>
            <a:ext cx="406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Coleman Fish</a:t>
            </a:r>
          </a:p>
        </p:txBody>
      </p:sp>
    </p:spTree>
    <p:extLst>
      <p:ext uri="{BB962C8B-B14F-4D97-AF65-F5344CB8AC3E}">
        <p14:creationId xmlns:p14="http://schemas.microsoft.com/office/powerpoint/2010/main" val="1630239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71AF7-0F03-BB0C-9A24-B0B442D6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D3A8-FFB5-8063-96BA-1EBC1A42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WY2026</a:t>
            </a:r>
            <a:br>
              <a:rPr lang="en-US" dirty="0"/>
            </a:br>
            <a:r>
              <a:rPr lang="en-US" sz="2000" dirty="0"/>
              <a:t>Forecasted Sac WY type = Below Normal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CAAFA0B-25DE-FDCC-773A-170B8E9BC275}"/>
              </a:ext>
            </a:extLst>
          </p:cNvPr>
          <p:cNvGraphicFramePr>
            <a:graphicFrameLocks/>
          </p:cNvGraphicFramePr>
          <p:nvPr/>
        </p:nvGraphicFramePr>
        <p:xfrm>
          <a:off x="914399" y="3600450"/>
          <a:ext cx="8029575" cy="409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2FD8E80-8C28-ED3A-AA31-853608E398BC}"/>
              </a:ext>
            </a:extLst>
          </p:cNvPr>
          <p:cNvGraphicFramePr>
            <a:graphicFrameLocks/>
          </p:cNvGraphicFramePr>
          <p:nvPr/>
        </p:nvGraphicFramePr>
        <p:xfrm>
          <a:off x="838200" y="1027906"/>
          <a:ext cx="8029575" cy="409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D3BC25D-60C4-5B43-0910-1032C6EBE963}"/>
              </a:ext>
            </a:extLst>
          </p:cNvPr>
          <p:cNvSpPr txBox="1"/>
          <p:nvPr/>
        </p:nvSpPr>
        <p:spPr>
          <a:xfrm>
            <a:off x="1000125" y="1600200"/>
            <a:ext cx="406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Coleman Fish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BB72F-F89A-F5F2-7623-A7E7001D6E15}"/>
              </a:ext>
            </a:extLst>
          </p:cNvPr>
          <p:cNvSpPr txBox="1"/>
          <p:nvPr/>
        </p:nvSpPr>
        <p:spPr>
          <a:xfrm>
            <a:off x="1000124" y="4203977"/>
            <a:ext cx="406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Nimbus Fish</a:t>
            </a:r>
          </a:p>
        </p:txBody>
      </p:sp>
    </p:spTree>
    <p:extLst>
      <p:ext uri="{BB962C8B-B14F-4D97-AF65-F5344CB8AC3E}">
        <p14:creationId xmlns:p14="http://schemas.microsoft.com/office/powerpoint/2010/main" val="36269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5051F-3D6A-BFED-0943-519F1BE3F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D668-2199-CBAB-34D6-C655492D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WY2026</a:t>
            </a:r>
            <a:br>
              <a:rPr lang="en-US" dirty="0"/>
            </a:br>
            <a:r>
              <a:rPr lang="en-US" sz="2000" dirty="0"/>
              <a:t>Forecasted Sac WY type = Below Normal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E3199A7-7E6E-4914-D5C3-4B98589C384C}"/>
              </a:ext>
            </a:extLst>
          </p:cNvPr>
          <p:cNvGraphicFramePr>
            <a:graphicFrameLocks/>
          </p:cNvGraphicFramePr>
          <p:nvPr/>
        </p:nvGraphicFramePr>
        <p:xfrm>
          <a:off x="914399" y="3600450"/>
          <a:ext cx="8029575" cy="409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6D57323-4C0D-357F-476E-C2E2FF2EF4C1}"/>
              </a:ext>
            </a:extLst>
          </p:cNvPr>
          <p:cNvGraphicFramePr>
            <a:graphicFrameLocks/>
          </p:cNvGraphicFramePr>
          <p:nvPr/>
        </p:nvGraphicFramePr>
        <p:xfrm>
          <a:off x="838200" y="1027906"/>
          <a:ext cx="8029575" cy="409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013975-6670-FCDA-9776-901EE2402150}"/>
              </a:ext>
            </a:extLst>
          </p:cNvPr>
          <p:cNvSpPr txBox="1"/>
          <p:nvPr/>
        </p:nvSpPr>
        <p:spPr>
          <a:xfrm>
            <a:off x="1000125" y="1600200"/>
            <a:ext cx="406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Coleman Fish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D54A9-860E-A801-3B3A-B5E1EB37F9AB}"/>
              </a:ext>
            </a:extLst>
          </p:cNvPr>
          <p:cNvSpPr txBox="1"/>
          <p:nvPr/>
        </p:nvSpPr>
        <p:spPr>
          <a:xfrm>
            <a:off x="1000124" y="4203977"/>
            <a:ext cx="4067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Nimbus Fish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61B58F-CD41-A333-4180-C6D7A00D9631}"/>
              </a:ext>
            </a:extLst>
          </p:cNvPr>
          <p:cNvSpPr txBox="1"/>
          <p:nvPr/>
        </p:nvSpPr>
        <p:spPr>
          <a:xfrm>
            <a:off x="9258300" y="2743200"/>
            <a:ext cx="25812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Total JPE = ~</a:t>
            </a:r>
            <a:r>
              <a:rPr lang="en-US" sz="2800" b="1" dirty="0"/>
              <a:t>355k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Threshold (1%) = </a:t>
            </a:r>
            <a:r>
              <a:rPr lang="en-US" sz="2800" b="1" dirty="0"/>
              <a:t>3551.3</a:t>
            </a:r>
          </a:p>
        </p:txBody>
      </p:sp>
    </p:spTree>
    <p:extLst>
      <p:ext uri="{BB962C8B-B14F-4D97-AF65-F5344CB8AC3E}">
        <p14:creationId xmlns:p14="http://schemas.microsoft.com/office/powerpoint/2010/main" val="3843299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DB7D-ACC4-6D94-79E7-7D84F35B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Hatchery release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79677-3173-81D7-C6AB-E9D0E25FC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CDFW providing spreadsheet on FTP site</a:t>
            </a:r>
          </a:p>
          <a:p>
            <a:r>
              <a:rPr lang="en-US" dirty="0" err="1"/>
              <a:t>SacPAS</a:t>
            </a:r>
            <a:r>
              <a:rPr lang="en-US" dirty="0"/>
              <a:t> is now on all hatchery distribution lists</a:t>
            </a:r>
          </a:p>
          <a:p>
            <a:pPr lvl="1"/>
            <a:r>
              <a:rPr lang="en-US" dirty="0"/>
              <a:t>Can parse hatchery release notification PDFs</a:t>
            </a:r>
          </a:p>
          <a:p>
            <a:pPr lvl="1"/>
            <a:r>
              <a:rPr lang="en-US" dirty="0"/>
              <a:t>Already has most of the data from previous years</a:t>
            </a:r>
          </a:p>
          <a:p>
            <a:pPr lvl="1"/>
            <a:r>
              <a:rPr lang="en-US" dirty="0"/>
              <a:t>Can make this scrapable for our assessment code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588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4D7F-8955-FDD2-74C1-41C6F1347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 for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BE48C-A80D-A2FA-676C-E9BB02280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Ongoing genetic analysis</a:t>
            </a:r>
          </a:p>
          <a:p>
            <a:pPr lvl="1"/>
            <a:r>
              <a:rPr lang="en-US" dirty="0"/>
              <a:t>Provide insight into proportional hatchery salvage</a:t>
            </a:r>
          </a:p>
          <a:p>
            <a:r>
              <a:rPr lang="en-US" dirty="0"/>
              <a:t>Reanalyze existing data</a:t>
            </a:r>
          </a:p>
          <a:p>
            <a:pPr lvl="1"/>
            <a:r>
              <a:rPr lang="en-US" dirty="0"/>
              <a:t>Use modern Bayesian framework to get better survival estimates to delta</a:t>
            </a:r>
          </a:p>
          <a:p>
            <a:r>
              <a:rPr lang="en-US" dirty="0"/>
              <a:t>Additional telemetry studies</a:t>
            </a:r>
          </a:p>
          <a:p>
            <a:pPr lvl="1"/>
            <a:r>
              <a:rPr lang="en-US" dirty="0"/>
              <a:t>Red Bluff is conducting new study on Coleman steelhead releases</a:t>
            </a:r>
          </a:p>
        </p:txBody>
      </p:sp>
    </p:spTree>
    <p:extLst>
      <p:ext uri="{BB962C8B-B14F-4D97-AF65-F5344CB8AC3E}">
        <p14:creationId xmlns:p14="http://schemas.microsoft.com/office/powerpoint/2010/main" val="1985185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399</Words>
  <Application>Microsoft Office PowerPoint</Application>
  <PresentationFormat>Widescreen</PresentationFormat>
  <Paragraphs>120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Action 5 - Steelhead</vt:lpstr>
      <vt:lpstr>Hatchery JPE process</vt:lpstr>
      <vt:lpstr>Survival Estimates</vt:lpstr>
      <vt:lpstr>Survival Estimates  Assuming survival and water year type are positively correlated</vt:lpstr>
      <vt:lpstr>Dynamic Water Year Type</vt:lpstr>
      <vt:lpstr>Dynamic Water Year Type</vt:lpstr>
      <vt:lpstr>Dynamic Water Year Type</vt:lpstr>
      <vt:lpstr>Dynamic JPE</vt:lpstr>
      <vt:lpstr>Dynamic JPE</vt:lpstr>
      <vt:lpstr>WY2026 Forecasted Sac WY type = Below Normal</vt:lpstr>
      <vt:lpstr>WY2026 Forecasted Sac WY type = Below Normal</vt:lpstr>
      <vt:lpstr>WY2026 Forecasted Sac WY type = Below Normal</vt:lpstr>
      <vt:lpstr>Hatchery release information</vt:lpstr>
      <vt:lpstr>Improvements for the future</vt:lpstr>
    </vt:vector>
  </TitlesOfParts>
  <Company>Department of the Interior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Ehlo, Chase A</dc:creator>
  <cp:lastModifiedBy>Ehlo, Chase A</cp:lastModifiedBy>
  <cp:revision>1</cp:revision>
  <dcterms:created xsi:type="dcterms:W3CDTF">2025-12-15T20:38:07Z</dcterms:created>
  <dcterms:modified xsi:type="dcterms:W3CDTF">2026-01-07T16:52:28Z</dcterms:modified>
</cp:coreProperties>
</file>